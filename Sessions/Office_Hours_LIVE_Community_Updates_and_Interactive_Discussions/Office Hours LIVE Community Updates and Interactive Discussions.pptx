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11"/>
  </p:handoutMasterIdLst>
  <p:sldIdLst>
    <p:sldId id="256" r:id="rId6"/>
    <p:sldId id="273" r:id="rId7"/>
    <p:sldId id="259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73"/>
          </p14:sldIdLst>
        </p14:section>
        <p14:section name="Presentation" id="{88398753-748C-4CE7-B81D-D95829EA2652}">
          <p14:sldIdLst>
            <p14:sldId id="259"/>
          </p14:sldIdLst>
        </p14:section>
        <p14:section name="Closing" id="{35F0DD0F-C871-4339-9D6B-25AB6010E816}">
          <p14:sldIdLst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F7AEAE-1331-4304-9BA1-8C72196969A5}" v="2" dt="2026-04-02T02:26:46.940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92" autoAdjust="0"/>
  </p:normalViewPr>
  <p:slideViewPr>
    <p:cSldViewPr snapToGrid="0">
      <p:cViewPr varScale="1">
        <p:scale>
          <a:sx n="89" d="100"/>
          <a:sy n="89" d="100"/>
        </p:scale>
        <p:origin x="120" y="1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Johnson" userId="6992c30f-f20f-42ce-bba5-fa61058d0188" providerId="ADAL" clId="{5EAF28B3-274B-42B1-B3E1-96F0514C738C}"/>
    <pc:docChg chg="addSld delSld modSld modSection">
      <pc:chgData name="Andrew Johnson" userId="6992c30f-f20f-42ce-bba5-fa61058d0188" providerId="ADAL" clId="{5EAF28B3-274B-42B1-B3E1-96F0514C738C}" dt="2026-04-02T02:26:57.322" v="4" actId="47"/>
      <pc:docMkLst>
        <pc:docMk/>
      </pc:docMkLst>
      <pc:sldChg chg="add">
        <pc:chgData name="Andrew Johnson" userId="6992c30f-f20f-42ce-bba5-fa61058d0188" providerId="ADAL" clId="{5EAF28B3-274B-42B1-B3E1-96F0514C738C}" dt="2026-04-02T02:26:36.907" v="0"/>
        <pc:sldMkLst>
          <pc:docMk/>
          <pc:sldMk cId="4018952155" sldId="256"/>
        </pc:sldMkLst>
      </pc:sldChg>
      <pc:sldChg chg="add">
        <pc:chgData name="Andrew Johnson" userId="6992c30f-f20f-42ce-bba5-fa61058d0188" providerId="ADAL" clId="{5EAF28B3-274B-42B1-B3E1-96F0514C738C}" dt="2026-04-02T02:26:46.937" v="3"/>
        <pc:sldMkLst>
          <pc:docMk/>
          <pc:sldMk cId="2998567692" sldId="259"/>
        </pc:sldMkLst>
      </pc:sldChg>
      <pc:sldChg chg="del">
        <pc:chgData name="Andrew Johnson" userId="6992c30f-f20f-42ce-bba5-fa61058d0188" providerId="ADAL" clId="{5EAF28B3-274B-42B1-B3E1-96F0514C738C}" dt="2026-04-02T02:26:42.318" v="1" actId="47"/>
        <pc:sldMkLst>
          <pc:docMk/>
          <pc:sldMk cId="3743149013" sldId="264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1651702748" sldId="266"/>
        </pc:sldMkLst>
      </pc:sldChg>
      <pc:sldChg chg="del">
        <pc:chgData name="Andrew Johnson" userId="6992c30f-f20f-42ce-bba5-fa61058d0188" providerId="ADAL" clId="{5EAF28B3-274B-42B1-B3E1-96F0514C738C}" dt="2026-04-02T02:26:43.827" v="2" actId="47"/>
        <pc:sldMkLst>
          <pc:docMk/>
          <pc:sldMk cId="147011589" sldId="272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3642155417" sldId="285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1381044309" sldId="359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2544008327" sldId="360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1632361058" sldId="362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2696017340" sldId="363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1858082349" sldId="364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1921977604" sldId="365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1334556129" sldId="366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3623570753" sldId="367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3972359719" sldId="368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607122981" sldId="369"/>
        </pc:sldMkLst>
      </pc:sldChg>
      <pc:sldChg chg="del">
        <pc:chgData name="Andrew Johnson" userId="6992c30f-f20f-42ce-bba5-fa61058d0188" providerId="ADAL" clId="{5EAF28B3-274B-42B1-B3E1-96F0514C738C}" dt="2026-04-02T02:26:57.322" v="4" actId="47"/>
        <pc:sldMkLst>
          <pc:docMk/>
          <pc:sldMk cId="293383824" sldId="3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microsoft.com/office/2007/relationships/hdphoto" Target="../media/hdphoto1.wdp"/><Relationship Id="rId3" Type="http://schemas.openxmlformats.org/officeDocument/2006/relationships/image" Target="../media/image24.sv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19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microsoft.com/office/2007/relationships/hdphoto" Target="../media/hdphoto1.wdp"/><Relationship Id="rId3" Type="http://schemas.openxmlformats.org/officeDocument/2006/relationships/image" Target="../media/image24.sv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19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Office Hours LIVE: Community Updates and Q and 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 in Title Case (If Needed)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39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DE0766C8-568F-2733-1B64-6FA28192929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8E741A-68FE-0B2A-F2BD-201B0B123A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Johan Arwidmark</a:t>
            </a:r>
          </a:p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7D52575-731F-B062-575C-1A114BCFA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Andrew Johnson</a:t>
            </a:r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286CB0A-CC66-7C9F-DC4A-BE193D4DFB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Johan.Arwidmark@mirolus.com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@jarwidmark</a:t>
            </a:r>
          </a:p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ED36D92-BCB7-5A58-58C6-DEB809880C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ajohnson@adm-solutions.net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@AndrewJNet</a:t>
            </a:r>
          </a:p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F7BEC70-5521-1DE2-1985-5E3027DE04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Technical Fellow at ViaMonstra Online Academy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2259D4D-C5C1-7440-A0D1-482A2EF233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Solutions Architect</a:t>
            </a:r>
          </a:p>
          <a:p>
            <a:endParaRPr lang="en-US" dirty="0"/>
          </a:p>
        </p:txBody>
      </p:sp>
      <p:pic>
        <p:nvPicPr>
          <p:cNvPr id="43" name="Graphic 42" descr="Envelope with solid fill">
            <a:extLst>
              <a:ext uri="{FF2B5EF4-FFF2-40B4-BE49-F238E27FC236}">
                <a16:creationId xmlns:a16="http://schemas.microsoft.com/office/drawing/2014/main" id="{8A9B5C8B-E2C3-9239-5ED9-7A2D21CCB3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786" y="5297564"/>
            <a:ext cx="457200" cy="4572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A6333A7-FC74-D35A-9B01-B2E71641A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4861" y="5754764"/>
            <a:ext cx="343996" cy="343996"/>
          </a:xfrm>
          <a:prstGeom prst="rect">
            <a:avLst/>
          </a:prstGeom>
        </p:spPr>
      </p:pic>
      <p:pic>
        <p:nvPicPr>
          <p:cNvPr id="45" name="Graphic 44" descr="Envelope with solid fill">
            <a:extLst>
              <a:ext uri="{FF2B5EF4-FFF2-40B4-BE49-F238E27FC236}">
                <a16:creationId xmlns:a16="http://schemas.microsoft.com/office/drawing/2014/main" id="{2EFD5DA2-25D1-BB33-7278-2D277ECA0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5297564"/>
            <a:ext cx="457200" cy="4572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B128A05-C5B2-DCFC-72D9-70CAC016E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596" y="5766676"/>
            <a:ext cx="343996" cy="343996"/>
          </a:xfrm>
          <a:prstGeom prst="rect">
            <a:avLst/>
          </a:prstGeom>
        </p:spPr>
      </p:pic>
      <p:pic>
        <p:nvPicPr>
          <p:cNvPr id="5" name="Picture Placeholder 4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73AE33C3-3618-9D25-AF5C-DD2FBCE7D74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6"/>
          <a:srcRect t="8300" b="29104"/>
          <a:stretch>
            <a:fillRect/>
          </a:stretch>
        </p:blipFill>
        <p:spPr>
          <a:xfrm>
            <a:off x="7091630" y="1581880"/>
            <a:ext cx="2703513" cy="2538413"/>
          </a:xfrm>
        </p:spPr>
      </p:pic>
    </p:spTree>
    <p:extLst>
      <p:ext uri="{BB962C8B-B14F-4D97-AF65-F5344CB8AC3E}">
        <p14:creationId xmlns:p14="http://schemas.microsoft.com/office/powerpoint/2010/main" val="221317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 LIVE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56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C2B4EB9DBA0D4D99806312F205649F" ma:contentTypeVersion="16" ma:contentTypeDescription="Create a new document." ma:contentTypeScope="" ma:versionID="2a16bae63b61d73282c3c1a7f3268cc9">
  <xsd:schema xmlns:xsd="http://www.w3.org/2001/XMLSchema" xmlns:xs="http://www.w3.org/2001/XMLSchema" xmlns:p="http://schemas.microsoft.com/office/2006/metadata/properties" xmlns:ns2="91dab7dc-0c72-4fe3-960b-3ab842370499" xmlns:ns3="f59a321c-55de-4878-8b3b-f07da05448e6" targetNamespace="http://schemas.microsoft.com/office/2006/metadata/properties" ma:root="true" ma:fieldsID="dd7177bca7871ee925c8e9da48ab3586" ns2:_="" ns3:_="">
    <xsd:import namespace="91dab7dc-0c72-4fe3-960b-3ab842370499"/>
    <xsd:import namespace="f59a321c-55de-4878-8b3b-f07da05448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dab7dc-0c72-4fe3-960b-3ab8423704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7fdbde3-cf9d-4657-b0e0-ae1cc15f3c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a321c-55de-4878-8b3b-f07da05448e6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9804612a-e849-4dd1-9044-7a8be63de00f}" ma:internalName="TaxCatchAll" ma:showField="CatchAllData" ma:web="f59a321c-55de-4878-8b3b-f07da05448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dab7dc-0c72-4fe3-960b-3ab842370499">
      <Terms xmlns="http://schemas.microsoft.com/office/infopath/2007/PartnerControls"/>
    </lcf76f155ced4ddcb4097134ff3c332f>
    <TaxCatchAll xmlns="f59a321c-55de-4878-8b3b-f07da05448e6" xsi:nil="true"/>
  </documentManagement>
</p:properties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5E1D23-5427-428A-9D51-630D7DAF94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dab7dc-0c72-4fe3-960b-3ab842370499"/>
    <ds:schemaRef ds:uri="f59a321c-55de-4878-8b3b-f07da05448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91dab7dc-0c72-4fe3-960b-3ab842370499"/>
    <ds:schemaRef ds:uri="f59a321c-55de-4878-8b3b-f07da05448e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  at MOA</Template>
  <TotalTime>3</TotalTime>
  <Words>49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Office Hours LIVE: Community Updates and Q and A </vt:lpstr>
      <vt:lpstr>PowerPoint Presentation</vt:lpstr>
      <vt:lpstr>Office Hours LIVE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Andrew Johnson</dc:creator>
  <cp:lastModifiedBy>Andrew Johnson</cp:lastModifiedBy>
  <cp:revision>1</cp:revision>
  <dcterms:created xsi:type="dcterms:W3CDTF">2026-03-31T21:35:54Z</dcterms:created>
  <dcterms:modified xsi:type="dcterms:W3CDTF">2026-04-02T02:26:59Z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0x010100B6C2B4EB9DBA0D4D99806312F205649F</vt:lpwstr>
  </property>
  <property fmtid="{D5CDD505-2E9C-101B-9397-08002B2CF9AE}" pid="3" name="MediaServiceImageTags">
    <vt:lpwstr/>
  </property>
</Properties>
</file>