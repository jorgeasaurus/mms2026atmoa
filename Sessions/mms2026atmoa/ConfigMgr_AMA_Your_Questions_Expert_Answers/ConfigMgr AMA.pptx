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4"/>
  </p:handoutMasterIdLst>
  <p:sldIdLst>
    <p:sldId id="256" r:id="rId6"/>
    <p:sldId id="264" r:id="rId7"/>
    <p:sldId id="260" r:id="rId8"/>
    <p:sldId id="258" r:id="rId9"/>
    <p:sldId id="259" r:id="rId10"/>
    <p:sldId id="266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258"/>
            <p14:sldId id="259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92" autoAdjust="0"/>
  </p:normalViewPr>
  <p:slideViewPr>
    <p:cSldViewPr snapToGrid="0">
      <p:cViewPr varScale="1">
        <p:scale>
          <a:sx n="161" d="100"/>
          <a:sy n="161" d="100"/>
        </p:scale>
        <p:origin x="15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ConfigMgr</a:t>
            </a:r>
            <a:r>
              <a:rPr lang="en-US" dirty="0"/>
              <a:t> AMA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Your Questions, Expert Answers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18B078E-55BA-2F29-6363-D8C7C4D7E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488634" y="1764950"/>
            <a:ext cx="1916125" cy="1916125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A544171-E63E-03C3-7F0A-D44AF1B482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25490" y="3942941"/>
            <a:ext cx="2616705" cy="457200"/>
          </a:xfrm>
        </p:spPr>
        <p:txBody>
          <a:bodyPr/>
          <a:lstStyle/>
          <a:p>
            <a:r>
              <a:rPr lang="en-US" dirty="0"/>
              <a:t>Garth Jones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956636D-229D-A55E-21B9-D34D7B2731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2126" y="225037"/>
            <a:ext cx="2994532" cy="4643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ECF244E-3185-F095-6A69-012BB22F4C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36577" y="4442679"/>
            <a:ext cx="2994532" cy="457200"/>
          </a:xfrm>
        </p:spPr>
        <p:txBody>
          <a:bodyPr/>
          <a:lstStyle/>
          <a:p>
            <a:r>
              <a:rPr lang="en-US" dirty="0"/>
              <a:t>Recast Software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86B6241-9283-44B1-6D98-21056C675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74213" y="141315"/>
            <a:ext cx="45720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79FBA0E-40DC-9646-E60C-BACF00AE4A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74213" y="0"/>
            <a:ext cx="4572000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669A881-6746-CD03-21E2-AA939A31A0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74213" y="210850"/>
            <a:ext cx="45720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4D9CC882-E93B-1100-F7E3-FDA43FAAE3EB}"/>
              </a:ext>
            </a:extLst>
          </p:cNvPr>
          <p:cNvSpPr txBox="1">
            <a:spLocks/>
          </p:cNvSpPr>
          <p:nvPr/>
        </p:nvSpPr>
        <p:spPr>
          <a:xfrm>
            <a:off x="692007" y="3853510"/>
            <a:ext cx="2722228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Matt Wreede</a:t>
            </a:r>
          </a:p>
          <a:p>
            <a:endParaRPr lang="en-US" dirty="0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D44F48E1-2DDA-E1EE-423C-10E1690145A2}"/>
              </a:ext>
            </a:extLst>
          </p:cNvPr>
          <p:cNvSpPr txBox="1">
            <a:spLocks/>
          </p:cNvSpPr>
          <p:nvPr/>
        </p:nvSpPr>
        <p:spPr>
          <a:xfrm>
            <a:off x="7239240" y="3754169"/>
            <a:ext cx="3033781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Sherry Kissinger</a:t>
            </a:r>
          </a:p>
          <a:p>
            <a:endParaRPr lang="en-US" dirty="0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EDFA4149-E7B2-CC96-7752-70A3548D3536}"/>
              </a:ext>
            </a:extLst>
          </p:cNvPr>
          <p:cNvSpPr txBox="1">
            <a:spLocks/>
          </p:cNvSpPr>
          <p:nvPr/>
        </p:nvSpPr>
        <p:spPr>
          <a:xfrm>
            <a:off x="832200" y="4303040"/>
            <a:ext cx="2479474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Calibri"/>
                <a:cs typeface="Calibri"/>
              </a:rPr>
              <a:t>Cardinal Health</a:t>
            </a:r>
          </a:p>
          <a:p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F4AA36C-043D-69A0-C706-39D1F2595F30}"/>
              </a:ext>
            </a:extLst>
          </p:cNvPr>
          <p:cNvSpPr txBox="1">
            <a:spLocks/>
          </p:cNvSpPr>
          <p:nvPr/>
        </p:nvSpPr>
        <p:spPr>
          <a:xfrm>
            <a:off x="7031109" y="4174543"/>
            <a:ext cx="3761664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Cardinal Health</a:t>
            </a:r>
          </a:p>
          <a:p>
            <a:endParaRPr lang="en-US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BD80CEA-EA90-2E7C-6074-355EE52CE1DA}"/>
              </a:ext>
            </a:extLst>
          </p:cNvPr>
          <p:cNvSpPr txBox="1">
            <a:spLocks/>
          </p:cNvSpPr>
          <p:nvPr/>
        </p:nvSpPr>
        <p:spPr>
          <a:xfrm>
            <a:off x="832200" y="4866018"/>
            <a:ext cx="2527493" cy="457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Calibri"/>
                <a:cs typeface="Calibri"/>
              </a:rPr>
              <a:t>@Hotdog453</a:t>
            </a:r>
          </a:p>
        </p:txBody>
      </p:sp>
      <p:pic>
        <p:nvPicPr>
          <p:cNvPr id="36" name="Picture 5">
            <a:extLst>
              <a:ext uri="{FF2B5EF4-FFF2-40B4-BE49-F238E27FC236}">
                <a16:creationId xmlns:a16="http://schemas.microsoft.com/office/drawing/2014/main" id="{3B260AC2-3A5B-62BE-D299-348C1E4DE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512" y="4685927"/>
            <a:ext cx="544843" cy="41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5">
            <a:extLst>
              <a:ext uri="{FF2B5EF4-FFF2-40B4-BE49-F238E27FC236}">
                <a16:creationId xmlns:a16="http://schemas.microsoft.com/office/drawing/2014/main" id="{9A49BE5F-8D24-119B-9901-97813363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46" y="4840415"/>
            <a:ext cx="544843" cy="41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Placeholder 10">
            <a:extLst>
              <a:ext uri="{FF2B5EF4-FFF2-40B4-BE49-F238E27FC236}">
                <a16:creationId xmlns:a16="http://schemas.microsoft.com/office/drawing/2014/main" id="{74A6A1E2-6C3F-1A74-9013-861F76C4B7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96751" y="1866801"/>
            <a:ext cx="1663805" cy="1562199"/>
          </a:xfrm>
          <a:prstGeom prst="rect">
            <a:avLst/>
          </a:prstGeom>
        </p:spPr>
      </p:pic>
      <p:pic>
        <p:nvPicPr>
          <p:cNvPr id="39" name="Picture 38" descr="A person wearing sunglasses and a hat smoking a cigar&#10;&#10;AI-generated content may be incorrect.">
            <a:extLst>
              <a:ext uri="{FF2B5EF4-FFF2-40B4-BE49-F238E27FC236}">
                <a16:creationId xmlns:a16="http://schemas.microsoft.com/office/drawing/2014/main" id="{38309782-1FFC-E8E5-3B37-5A3EAFCF1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289" y="1981855"/>
            <a:ext cx="1801664" cy="1640713"/>
          </a:xfrm>
          <a:prstGeom prst="rect">
            <a:avLst/>
          </a:prstGeom>
        </p:spPr>
      </p:pic>
      <p:sp>
        <p:nvSpPr>
          <p:cNvPr id="42" name="Text Placeholder 25">
            <a:extLst>
              <a:ext uri="{FF2B5EF4-FFF2-40B4-BE49-F238E27FC236}">
                <a16:creationId xmlns:a16="http://schemas.microsoft.com/office/drawing/2014/main" id="{D79BE846-971A-D0CF-A05F-734D63C8040D}"/>
              </a:ext>
            </a:extLst>
          </p:cNvPr>
          <p:cNvSpPr txBox="1">
            <a:spLocks/>
          </p:cNvSpPr>
          <p:nvPr/>
        </p:nvSpPr>
        <p:spPr>
          <a:xfrm>
            <a:off x="7617604" y="4745897"/>
            <a:ext cx="2481143" cy="33725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@slkissinger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little 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win at life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Brian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2026 at MOA-Office</Template>
  <TotalTime>12</TotalTime>
  <Words>78</Words>
  <Application>Microsoft Office PowerPoint</Application>
  <PresentationFormat>Widescreen</PresentationFormat>
  <Paragraphs>19</Paragraphs>
  <Slides>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ConfigMgr AMA</vt:lpstr>
      <vt:lpstr>Attention</vt:lpstr>
      <vt:lpstr>PowerPoint Presentation</vt:lpstr>
      <vt:lpstr>The First Section</vt:lpstr>
      <vt:lpstr>How to win at life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Sherry Kissinger</dc:creator>
  <cp:lastModifiedBy>Sherry Kissinger</cp:lastModifiedBy>
  <cp:revision>1</cp:revision>
  <dcterms:created xsi:type="dcterms:W3CDTF">2026-04-27T17:29:22Z</dcterms:created>
  <dcterms:modified xsi:type="dcterms:W3CDTF">2026-04-27T17:41:43Z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