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57"/>
  </p:notesMasterIdLst>
  <p:handoutMasterIdLst>
    <p:handoutMasterId r:id="rId58"/>
  </p:handoutMasterIdLst>
  <p:sldIdLst>
    <p:sldId id="256" r:id="rId6"/>
    <p:sldId id="264" r:id="rId7"/>
    <p:sldId id="267" r:id="rId8"/>
    <p:sldId id="258" r:id="rId9"/>
    <p:sldId id="269" r:id="rId10"/>
    <p:sldId id="270" r:id="rId11"/>
    <p:sldId id="271" r:id="rId12"/>
    <p:sldId id="260" r:id="rId13"/>
    <p:sldId id="26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3" r:id="rId45"/>
    <p:sldId id="304" r:id="rId46"/>
    <p:sldId id="305" r:id="rId47"/>
    <p:sldId id="306" r:id="rId48"/>
    <p:sldId id="307" r:id="rId49"/>
    <p:sldId id="308" r:id="rId50"/>
    <p:sldId id="257" r:id="rId51"/>
    <p:sldId id="259" r:id="rId52"/>
    <p:sldId id="262" r:id="rId53"/>
    <p:sldId id="266" r:id="rId54"/>
    <p:sldId id="263" r:id="rId55"/>
    <p:sldId id="265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7"/>
          </p14:sldIdLst>
        </p14:section>
        <p14:section name="Presentation" id="{88398753-748C-4CE7-B81D-D95829EA2652}">
          <p14:sldIdLst>
            <p14:sldId id="258"/>
            <p14:sldId id="269"/>
            <p14:sldId id="270"/>
            <p14:sldId id="271"/>
            <p14:sldId id="260"/>
            <p14:sldId id="26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3"/>
            <p14:sldId id="304"/>
            <p14:sldId id="305"/>
            <p14:sldId id="306"/>
            <p14:sldId id="307"/>
            <p14:sldId id="308"/>
            <p14:sldId id="257"/>
            <p14:sldId id="259"/>
            <p14:sldId id="262"/>
          </p14:sldIdLst>
        </p14:section>
        <p14:section name="Closing" id="{35F0DD0F-C871-4339-9D6B-25AB6010E816}">
          <p14:sldIdLst>
            <p14:sldId id="266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92" autoAdjust="0"/>
  </p:normalViewPr>
  <p:slideViewPr>
    <p:cSldViewPr snapToGrid="0">
      <p:cViewPr varScale="1">
        <p:scale>
          <a:sx n="102" d="100"/>
          <a:sy n="102" d="100"/>
        </p:scale>
        <p:origin x="750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9A44B-6272-41C6-8967-995CC119EAD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B91E7-E457-4884-85F1-FB5D11F0C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77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hands-on applicability and reproducible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live demos and that prompts will be shareable.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Copilot as an accelerator for expert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 replacing expertise—amplifying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audience pain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Explain: include context like OS version, VM/physical, recent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validation: Copilot suggestions must be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Set up why Copilot helps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attaching exported EVTX or pasted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improves result quality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Position Copilot as script scaffolding.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Mention: always review, test, and secure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Copilot speeds coding, not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idea: make troubleshooting repeatable. One script produces a standard bundle; one agent analyzes it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Key: structure is everything. Copilot performs best when file names and folders are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 a ReadMe with role/time window. It massively increases answer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slide-friendly outline. In the session you can show a real script snippet if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it becomes 'cool': repeatable triage with consistent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Emphasize: permissions are honored; scope the knowledge source to a dedicated 'Log Bundles'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reusable instruction block for Copilot Studio. Keep it stable across deployments.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Tell the audience: this turns troubleshooting into a productized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Audience will recognize this pain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re-prompting for exec vs technical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responsible but not alarmist.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on empowerment, not fear.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Strong close tying back to MTTR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Bluescreens to Scripts: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Enhancing Troubleshooting with Microsoft Copilot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B68CD-CB12-32EF-1CFE-54C294C3E9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3999" y="4206239"/>
            <a:ext cx="4572000" cy="457200"/>
          </a:xfrm>
        </p:spPr>
        <p:txBody>
          <a:bodyPr>
            <a:normAutofit/>
          </a:bodyPr>
          <a:lstStyle/>
          <a:p>
            <a:r>
              <a:rPr lang="en-SE" dirty="0"/>
              <a:t>Johan Arwidmark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SE" dirty="0"/>
              <a:t>Mikael Nystrom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485DDC-10A4-A946-6EE8-700508002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23999" y="5303520"/>
            <a:ext cx="4572000" cy="914400"/>
          </a:xfrm>
        </p:spPr>
        <p:txBody>
          <a:bodyPr>
            <a:normAutofit/>
          </a:bodyPr>
          <a:lstStyle/>
          <a:p>
            <a:r>
              <a:rPr lang="sv-SE" dirty="0"/>
              <a:t>J</a:t>
            </a:r>
            <a:r>
              <a:rPr lang="en-SE" dirty="0" err="1"/>
              <a:t>ohan</a:t>
            </a:r>
            <a:r>
              <a:rPr lang="en-SE" dirty="0"/>
              <a:t>.</a:t>
            </a:r>
            <a:r>
              <a:rPr lang="sv-SE" dirty="0"/>
              <a:t>A</a:t>
            </a:r>
            <a:r>
              <a:rPr lang="en-SE" dirty="0"/>
              <a:t>rwidmark@mirolus.com</a:t>
            </a:r>
          </a:p>
          <a:p>
            <a:r>
              <a:rPr lang="en-SE" dirty="0"/>
              <a:t>@jarwidmark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71859" y="5261408"/>
            <a:ext cx="5469308" cy="914400"/>
          </a:xfrm>
        </p:spPr>
        <p:txBody>
          <a:bodyPr/>
          <a:lstStyle/>
          <a:p>
            <a:r>
              <a:rPr lang="en-SE" dirty="0"/>
              <a:t>deploymentbunny@outlook.com</a:t>
            </a:r>
            <a:endParaRPr lang="en-US" dirty="0"/>
          </a:p>
          <a:p>
            <a:r>
              <a:rPr lang="en-US" dirty="0"/>
              <a:t>   @</a:t>
            </a:r>
            <a:r>
              <a:rPr lang="en-SE" dirty="0" err="1"/>
              <a:t>mikael_nystrom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280E57-51A9-979B-C838-5F016A209F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23999" y="4760396"/>
            <a:ext cx="4572000" cy="457200"/>
          </a:xfrm>
        </p:spPr>
        <p:txBody>
          <a:bodyPr>
            <a:normAutofit/>
          </a:bodyPr>
          <a:lstStyle/>
          <a:p>
            <a:r>
              <a:rPr lang="sv-SE" dirty="0"/>
              <a:t>Technical </a:t>
            </a:r>
            <a:r>
              <a:rPr lang="sv-SE" dirty="0" err="1"/>
              <a:t>Fellow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SE" dirty="0"/>
              <a:t>Microsoft MVP</a:t>
            </a:r>
            <a:endParaRPr lang="en-US" dirty="0"/>
          </a:p>
        </p:txBody>
      </p:sp>
      <p:pic>
        <p:nvPicPr>
          <p:cNvPr id="1026" name="Picture 2" descr="avatar for Mikael Nystrom">
            <a:extLst>
              <a:ext uri="{FF2B5EF4-FFF2-40B4-BE49-F238E27FC236}">
                <a16:creationId xmlns:a16="http://schemas.microsoft.com/office/drawing/2014/main" id="{0FA18AE8-9600-7835-670D-2C553A0D0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792" y="1600664"/>
            <a:ext cx="2519629" cy="251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avatar for Johan Arwidmark">
            <a:extLst>
              <a:ext uri="{FF2B5EF4-FFF2-40B4-BE49-F238E27FC236}">
                <a16:creationId xmlns:a16="http://schemas.microsoft.com/office/drawing/2014/main" id="{15252B61-20E5-9F5A-8B26-F55042E18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49" y="1600664"/>
            <a:ext cx="24765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25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D73D28-962F-8E43-5907-544A140D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A130-0D00-7790-26E9-044787E64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little description here</a:t>
            </a:r>
          </a:p>
        </p:txBody>
      </p:sp>
    </p:spTree>
    <p:extLst>
      <p:ext uri="{BB962C8B-B14F-4D97-AF65-F5344CB8AC3E}">
        <p14:creationId xmlns:p14="http://schemas.microsoft.com/office/powerpoint/2010/main" val="2279942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Analyze bluescreen minidumps with Copilot and get actionable remediation guidance</a:t>
            </a:r>
          </a:p>
          <a:p>
            <a:r>
              <a:rPr lang="en-US"/>
              <a:t>Parse and summarize noisy event logs in seconds</a:t>
            </a:r>
          </a:p>
          <a:p>
            <a:r>
              <a:rPr lang="en-US"/>
              <a:t>Generate documentation, reports, and comms artifacts instantly</a:t>
            </a:r>
          </a:p>
          <a:p>
            <a:r>
              <a:rPr lang="en-US"/>
              <a:t>Create PowerShell and automation scripts from natural language prompts</a:t>
            </a:r>
          </a:p>
          <a:p>
            <a:r>
              <a:rPr lang="en-US"/>
              <a:t>Reduce mean-time-to-resolution (MTTR) for real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Agenda (60–75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How Copilot fits into real troubleshooting workflows (5 min)</a:t>
            </a:r>
          </a:p>
          <a:p>
            <a:r>
              <a:rPr lang="en-US"/>
              <a:t>Bluescreen analysis with Copilot (15 min)</a:t>
            </a:r>
          </a:p>
          <a:p>
            <a:r>
              <a:rPr lang="en-US"/>
              <a:t>Event log triage without losing signal (15 min)</a:t>
            </a:r>
          </a:p>
          <a:p>
            <a:r>
              <a:rPr lang="en-US"/>
              <a:t>From errors to scripts: PowerShell generation (15 min)</a:t>
            </a:r>
          </a:p>
          <a:p>
            <a:r>
              <a:rPr lang="en-US"/>
              <a:t>Docs, reports, and handovers in seconds (10 min)</a:t>
            </a:r>
          </a:p>
          <a:p>
            <a:r>
              <a:rPr lang="en-US"/>
              <a:t>Live prompts, pitfalls, and Q&amp;A (10 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1. Copilot for Operators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Where it actually adds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The troubleshooting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Incidents are noisy and time-pressured</a:t>
            </a:r>
          </a:p>
          <a:p>
            <a:r>
              <a:rPr lang="en-US"/>
              <a:t>Logs are verbose and poorly correlated</a:t>
            </a:r>
          </a:p>
          <a:p>
            <a:r>
              <a:rPr lang="en-US"/>
              <a:t>Scripts are rewritten from scratch too often</a:t>
            </a:r>
          </a:p>
          <a:p>
            <a:r>
              <a:rPr lang="en-US"/>
              <a:t>Documentation lags behind reality</a:t>
            </a:r>
          </a:p>
          <a:p>
            <a:r>
              <a:rPr lang="en-US"/>
              <a:t>Humans waste time doing mechanical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Where Copilot shines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Pattern recognition at scale</a:t>
            </a:r>
          </a:p>
          <a:p>
            <a:r>
              <a:rPr lang="en-US"/>
              <a:t>Summarizing large, messy data sets</a:t>
            </a:r>
          </a:p>
          <a:p>
            <a:r>
              <a:rPr lang="en-US"/>
              <a:t>Translating errors into hypotheses</a:t>
            </a:r>
          </a:p>
          <a:p>
            <a:r>
              <a:rPr lang="en-US"/>
              <a:t>Generating first-draft scripts</a:t>
            </a:r>
          </a:p>
          <a:p>
            <a:r>
              <a:rPr lang="en-US"/>
              <a:t>Turning raw analysis into clean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2. Bluescreens with Copilot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From dump files to root cause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Typical BSOD workflow (before)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Collect minidump</a:t>
            </a:r>
          </a:p>
          <a:p>
            <a:r>
              <a:rPr lang="en-US"/>
              <a:t>Open WinDbg</a:t>
            </a:r>
          </a:p>
          <a:p>
            <a:r>
              <a:rPr lang="en-US"/>
              <a:t>Manually inspect stack and symbols</a:t>
            </a:r>
          </a:p>
          <a:p>
            <a:r>
              <a:rPr lang="en-US"/>
              <a:t>Search error codes</a:t>
            </a:r>
          </a:p>
          <a:p>
            <a:r>
              <a:rPr lang="en-US"/>
              <a:t>Hope the answer is obvious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/>
          </a:bodyPr>
          <a:lstStyle/>
          <a:p>
            <a:r>
              <a:rPr lang="en-US"/>
              <a:t>Copilot prompt: Analyzing a minidump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Analyze this Windows minidump and summarize: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BugCheck code and parameters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Likely faulty component or driver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Whether this points to hardware, driver, or configuration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Concrete remediation steps specific to this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Copilot output you care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Clear hypothesis (not guesses)</a:t>
            </a:r>
          </a:p>
          <a:p>
            <a:r>
              <a:rPr lang="en-US"/>
              <a:t>Confidence level expressed</a:t>
            </a:r>
          </a:p>
          <a:p>
            <a:r>
              <a:rPr lang="en-US"/>
              <a:t>Specific drivers or subsystems named</a:t>
            </a:r>
          </a:p>
          <a:p>
            <a:r>
              <a:rPr lang="en-US"/>
              <a:t>Actionable next steps</a:t>
            </a:r>
          </a:p>
          <a:p>
            <a:r>
              <a:rPr lang="en-US"/>
              <a:t>Requests for missing data when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3. Event Log Triage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Extracting signal from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The problem with event logs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Thousands of events per hour</a:t>
            </a:r>
          </a:p>
          <a:p>
            <a:r>
              <a:rPr lang="en-US"/>
              <a:t>Repetitive warnings</a:t>
            </a:r>
          </a:p>
          <a:p>
            <a:r>
              <a:rPr lang="en-US"/>
              <a:t>Multiple providers shouting</a:t>
            </a:r>
          </a:p>
          <a:p>
            <a:r>
              <a:rPr lang="en-US"/>
              <a:t>Correlation across logs is hard</a:t>
            </a:r>
          </a:p>
          <a:p>
            <a:r>
              <a:rPr lang="en-US"/>
              <a:t>Humans burn time scrolling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Copilot prompt: Event log summarization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Summarize these event logs for the time window 10:00–11:00: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Group related events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Identify the probable root cause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Call out red flags vs benign noise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Provide a timeline of what likely happened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Practical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Always scope by time window</a:t>
            </a:r>
          </a:p>
          <a:p>
            <a:r>
              <a:rPr lang="en-US"/>
              <a:t>Provide system role context</a:t>
            </a:r>
          </a:p>
          <a:p>
            <a:r>
              <a:rPr lang="en-US"/>
              <a:t>Ask for a timeline, not a list</a:t>
            </a:r>
          </a:p>
          <a:p>
            <a:r>
              <a:rPr lang="en-US"/>
              <a:t>Iterate with follow-up prompts</a:t>
            </a:r>
          </a:p>
          <a:p>
            <a:r>
              <a:rPr lang="en-US"/>
              <a:t>Cross-check with metrics/traces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4. From Errors to Scripts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PowerShell with natural language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Troubleshooting often ends with 'we should automate this'</a:t>
            </a:r>
          </a:p>
          <a:p>
            <a:r>
              <a:rPr lang="en-US"/>
              <a:t>Scripts are repetitive but need precision</a:t>
            </a:r>
          </a:p>
          <a:p>
            <a:r>
              <a:rPr lang="en-US"/>
              <a:t>Context switching slows you down</a:t>
            </a:r>
          </a:p>
          <a:p>
            <a:r>
              <a:rPr lang="en-US"/>
              <a:t>Copilot can draft 80% instantly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Copilot prompt: Generate a PowerShell 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Create a PowerShell script that: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Collects CPU, memory, disk, and network usage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Exports event logs for System and Application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Saves output to a timestamped folder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Handles errors gracefully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Is compatible with Windows Server 2019+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Review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Validate assumptions</a:t>
            </a:r>
          </a:p>
          <a:p>
            <a:r>
              <a:rPr lang="en-US"/>
              <a:t>Check permissions and scope</a:t>
            </a:r>
          </a:p>
          <a:p>
            <a:r>
              <a:rPr lang="en-US"/>
              <a:t>Sanitize inputs</a:t>
            </a:r>
          </a:p>
          <a:p>
            <a:r>
              <a:rPr lang="en-US"/>
              <a:t>Add logging</a:t>
            </a:r>
          </a:p>
          <a:p>
            <a:r>
              <a:rPr lang="en-US"/>
              <a:t>Version and sign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/>
          <a:lstStyle/>
          <a:p>
            <a:r>
              <a:rPr lang="sv-SE"/>
              <a:t>Copilot Troubleshooting Toolkit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/>
          <a:p>
            <a:r>
              <a:rPr lang="en-US"/>
              <a:t>Log Collection Pack + Copilot Agent for Log Analysis</a:t>
            </a:r>
          </a:p>
          <a:p>
            <a:r>
              <a:rPr lang="en-US"/>
              <a:t>MMSMOA 2026 • Truesec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t>Part A</a:t>
            </a:r>
          </a:p>
          <a:p>
            <a:pPr>
              <a:defRPr sz="2600">
                <a:solidFill>
                  <a:srgbClr val="E5E7EB"/>
                </a:solidFill>
                <a:latin typeface="Segoe UI"/>
              </a:defRPr>
            </a:pPr>
            <a:r>
              <a:t>Create a Copilot Log Collection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What a 'Copilot log pack'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A standardized folder + ZIP structure with predictable paths</a:t>
            </a:r>
          </a:p>
          <a:p>
            <a:r>
              <a:rPr lang="sv-SE"/>
              <a:t>Contains: logs, configuration snapshots, and lightweight perf evidence</a:t>
            </a:r>
          </a:p>
          <a:p>
            <a:r>
              <a:rPr lang="sv-SE"/>
              <a:t>Optimized for AI analysis: time-scoped, de-duplicated, and labeled</a:t>
            </a:r>
          </a:p>
          <a:p>
            <a:r>
              <a:rPr lang="sv-SE"/>
              <a:t>Safe to share: redaction + access control</a:t>
            </a:r>
          </a:p>
          <a:p>
            <a:r>
              <a:rPr lang="sv-SE"/>
              <a:t>Repeatable: same bundle format across servers/clients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Recommended pack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\BundleRoot</a:t>
            </a:r>
          </a:p>
          <a:p>
            <a:r>
              <a:rPr lang="sv-SE"/>
              <a:t>  \SystemInfo  (msinfo32, installed updates, drivers)</a:t>
            </a:r>
          </a:p>
          <a:p>
            <a:r>
              <a:rPr lang="sv-SE"/>
              <a:t>  \Events      (System/Application/Setup exported EVTX)</a:t>
            </a:r>
          </a:p>
          <a:p>
            <a:r>
              <a:rPr lang="sv-SE"/>
              <a:t>  \Servicing   (CBS.log, DISM.log, WindowsUpdate logs)</a:t>
            </a:r>
          </a:p>
          <a:p>
            <a:r>
              <a:rPr lang="sv-SE"/>
              <a:t>  \AppLogs     (application logs, crash dumps)</a:t>
            </a:r>
          </a:p>
          <a:p>
            <a:r>
              <a:rPr lang="sv-SE"/>
              <a:t>  \Perf        (perf counters BLG + lightweight CSV)</a:t>
            </a:r>
          </a:p>
          <a:p>
            <a:r>
              <a:rPr lang="sv-SE"/>
              <a:t>  \Network     (ipconfig, route, dns, netsh traces if needed)</a:t>
            </a:r>
          </a:p>
          <a:p>
            <a:r>
              <a:rPr lang="sv-SE"/>
              <a:t>  \ReadMe.txt  (system role, incident window, symptoms)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/>
          </a:bodyPr>
          <a:lstStyle/>
          <a:p>
            <a:r>
              <a:rPr lang="sv-SE"/>
              <a:t>Collection approach (example outline)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1) Create timestamped output folder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2) Export EVTX (System/Application/Setup) for the incident window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3) Copy servicing logs: C:\Windows\Logs\CBS\CBS.log and C:\Windows\Logs\DISM\DISM.log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4) Copy app logs / crash dumps (if present)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5) Collect perf evidence (e.g., logman data collector set)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6) Gather configuration snapshots (ipconfig /all, route, installed updates)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# 7) Compress to ZIP and write a manifest.json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  <a:latin typeface="Segoe UI Semibold"/>
              </a:defRPr>
            </a:pPr>
            <a:r>
              <a:t>Part B</a:t>
            </a:r>
          </a:p>
          <a:p>
            <a:pPr>
              <a:defRPr sz="2600">
                <a:solidFill>
                  <a:srgbClr val="E5E7EB"/>
                </a:solidFill>
                <a:latin typeface="Segoe UI"/>
              </a:defRPr>
            </a:pPr>
            <a:r>
              <a:t>Create a Copilot agent to analyze bundles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Agent 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Accept a ZIP or folder of logs</a:t>
            </a:r>
          </a:p>
          <a:p>
            <a:r>
              <a:rPr lang="sv-SE"/>
              <a:t>Auto-detect: system role, timeframe, and primary failure domains</a:t>
            </a:r>
          </a:p>
          <a:p>
            <a:r>
              <a:rPr lang="sv-SE"/>
              <a:t>Parse servicing: DISM.log + CBS.log and extract actionable errors</a:t>
            </a:r>
          </a:p>
          <a:p>
            <a:r>
              <a:rPr lang="sv-SE"/>
              <a:t>Summarize app errors/misconfig and correlate with events</a:t>
            </a:r>
          </a:p>
          <a:p>
            <a:r>
              <a:rPr lang="sv-SE"/>
              <a:t>Assess basic performance: CPU, memory pressure, disk latency, network saturation</a:t>
            </a:r>
          </a:p>
          <a:p>
            <a:r>
              <a:rPr lang="sv-SE"/>
              <a:t>Generate outputs: executive summary + technical deep dive +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Agent architecture (practical)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1) Knowledge source: SharePoint/OneDrive folder that stores bundles</a:t>
            </a:r>
          </a:p>
          <a:p>
            <a:r>
              <a:rPr lang="en-US"/>
              <a:t>2) File input: allow users to upload ZIPs in chat</a:t>
            </a:r>
          </a:p>
          <a:p>
            <a:r>
              <a:rPr lang="en-US"/>
              <a:t>3) Flow/tool: Power Automate tool to save file + extract key files</a:t>
            </a:r>
          </a:p>
          <a:p>
            <a:r>
              <a:rPr lang="en-US"/>
              <a:t>4) Analysis prompt: run a structured prompt against extracted text</a:t>
            </a:r>
          </a:p>
          <a:p>
            <a:r>
              <a:rPr lang="en-US"/>
              <a:t>5) Output: summary + detected issues + recommended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sv-SE"/>
              <a:t>Agent instruction template (system prompt style)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You are a Windows troubleshooting agent.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When a user provides a log bundle, do the following: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1) Identify OS/build, role (client/server), and incident time window.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2) Extract and summarize key errors from: CBS.log, DISM.log, System/Application events.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3) Categorize findings: Servicing, App, Identity, Storage, Network, Performance.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4) For each category: Symptoms, Evidence (file + timestamp), Probable cause, Next actions.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5) Provide a concise 'Top 5 actions' list.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Always ask for missing context if confidence is 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/>
              <a:t>Outputs to generate (make it operational)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sv-SE"/>
              <a:t>✅ 1-page executive summary (impact, cause, actions)</a:t>
            </a:r>
          </a:p>
          <a:p>
            <a:r>
              <a:rPr lang="sv-SE"/>
              <a:t>✅ Technical timeline (event correlation)</a:t>
            </a:r>
          </a:p>
          <a:p>
            <a:r>
              <a:rPr lang="sv-SE"/>
              <a:t>✅ Servicing errors table (code, package, remediation)</a:t>
            </a:r>
          </a:p>
          <a:p>
            <a:r>
              <a:rPr lang="sv-SE"/>
              <a:t>✅ Performance snapshot (CPU/memory/disk/network) + likely bottleneck</a:t>
            </a:r>
          </a:p>
          <a:p>
            <a:r>
              <a:rPr lang="sv-SE"/>
              <a:t>✅ Script recommendations (safe, copy/paste)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5. Docs, Reports, and Handover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Closing the loop fast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The forgotten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Incident summaries</a:t>
            </a:r>
          </a:p>
          <a:p>
            <a:r>
              <a:rPr lang="en-US"/>
              <a:t>Customer communications</a:t>
            </a:r>
          </a:p>
          <a:p>
            <a:r>
              <a:rPr lang="en-US"/>
              <a:t>Post-mortems</a:t>
            </a:r>
          </a:p>
          <a:p>
            <a:r>
              <a:rPr lang="en-US"/>
              <a:t>Runbook updates</a:t>
            </a:r>
          </a:p>
          <a:p>
            <a:r>
              <a:rPr lang="en-US"/>
              <a:t>Shift handovers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Copilot prompt: Incident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  <a:ln>
            <a:solidFill>
              <a:srgbClr val="0B12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Create a concise incident summary for a technical audience: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What happened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Impact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Root cause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Remediation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Preventive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Pitfalls &amp; Guardrails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Using Copilot safely and effectively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Trusting output blindly</a:t>
            </a:r>
          </a:p>
          <a:p>
            <a:r>
              <a:rPr lang="en-US"/>
              <a:t>Providing too little context</a:t>
            </a:r>
          </a:p>
          <a:p>
            <a:r>
              <a:rPr lang="en-US"/>
              <a:t>Leaking sensitive data</a:t>
            </a:r>
          </a:p>
          <a:p>
            <a:r>
              <a:rPr lang="en-US"/>
              <a:t>Skipping validation</a:t>
            </a:r>
          </a:p>
          <a:p>
            <a:r>
              <a:rPr lang="en-US"/>
              <a:t>Assuming Copilot replaces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Be explicit in prompts</a:t>
            </a:r>
          </a:p>
          <a:p>
            <a:r>
              <a:rPr lang="en-US"/>
              <a:t>Attach real data</a:t>
            </a:r>
          </a:p>
          <a:p>
            <a:r>
              <a:rPr lang="en-US"/>
              <a:t>Ask for uncertainty and alternatives</a:t>
            </a:r>
          </a:p>
          <a:p>
            <a:r>
              <a:rPr lang="en-US"/>
              <a:t>Iterate</a:t>
            </a:r>
          </a:p>
          <a:p>
            <a:r>
              <a:rPr lang="en-US"/>
              <a:t>Keep humans in the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F9F"/>
          </a:solidFill>
          <a:ln>
            <a:solidFill>
              <a:srgbClr val="004F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>
                <a:solidFill>
                  <a:srgbClr val="FFFFFF"/>
                </a:solidFill>
              </a:defRPr>
            </a:pPr>
            <a:r>
              <a:t>Final takeaway</a:t>
            </a:r>
          </a:p>
          <a:p>
            <a:pPr>
              <a:defRPr sz="2600">
                <a:solidFill>
                  <a:srgbClr val="E5E7EB"/>
                </a:solidFill>
              </a:defRPr>
            </a:pPr>
            <a:r>
              <a:t>Work smarter, not louder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en-US"/>
              <a:t>If you take one thing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7787"/>
            <a:ext cx="10515600" cy="4669176"/>
          </a:xfrm>
        </p:spPr>
        <p:txBody>
          <a:bodyPr wrap="square"/>
          <a:lstStyle/>
          <a:p>
            <a:r>
              <a:rPr lang="en-US"/>
              <a:t>Copilot reduces toil, not thinking</a:t>
            </a:r>
          </a:p>
          <a:p>
            <a:r>
              <a:rPr lang="en-US"/>
              <a:t>Use it to compress time-to-insight</a:t>
            </a:r>
          </a:p>
          <a:p>
            <a:r>
              <a:rPr lang="en-US"/>
              <a:t>Standardize prompts across teams</a:t>
            </a:r>
          </a:p>
          <a:p>
            <a:r>
              <a:rPr lang="en-US"/>
              <a:t>Pair outputs with verification</a:t>
            </a:r>
          </a:p>
          <a:p>
            <a:r>
              <a:rPr lang="en-US"/>
              <a:t>Free yourself for harder 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280"/>
                </a:solidFill>
              </a:defRPr>
            </a:pPr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B7280"/>
                </a:solidFill>
              </a:defRPr>
            </a:pPr>
            <a:r>
              <a:t>Truesec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/>
          <a:lstStyle/>
          <a:p>
            <a:r>
              <a:rPr lang="sv-SE"/>
              <a:t>Prompt Appendix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/>
          <a:p>
            <a:r>
              <a:rPr lang="sv-SE"/>
              <a:t>Steal these Copilot prompts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MMSMOA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Truesec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Prompt 1 – Bluescreen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Analyze this Windows minidump and explain: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BugCheck code and parameters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Likely faulty driver/component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Hardware vs driver vs configuration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Confidence level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Remediation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Truesec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Prompt 2 – Event Log Triage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Summarize these event logs: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Group related events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Identify root cause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Separate noise from signal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Provide a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Truesec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Prompt 3 – Hypothesis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Evaluate this hypothesis: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&lt;insert hypothesis&gt;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Evidence for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Evidence against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Alternative explanations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Next diagnostic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Truesec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>
            <a:normAutofit/>
          </a:bodyPr>
          <a:lstStyle/>
          <a:p>
            <a:r>
              <a:rPr lang="en-US"/>
              <a:t>Prompt 4 – PowerShell Script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Create a PowerShell script that: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Collects system health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Exports event logs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Saves to timestamped folder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Handles errors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Works on Server 2019+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Truesec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</p:spPr>
        <p:txBody>
          <a:bodyPr/>
          <a:lstStyle/>
          <a:p>
            <a:r>
              <a:rPr lang="sv-SE"/>
              <a:t>Prompt 5 – Incident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0B12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180015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Create an incident summary: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What happened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Impact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Root cause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Remediation</a:t>
            </a:r>
          </a:p>
          <a:p>
            <a:pPr>
              <a:defRPr sz="1600">
                <a:solidFill>
                  <a:srgbClr val="D1D5DB"/>
                </a:solidFill>
                <a:latin typeface="Cascadia Mono"/>
              </a:defRPr>
            </a:pPr>
            <a:r>
              <a:t>- Preventive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3F4F6"/>
          </a:solidFill>
          <a:ln>
            <a:solidFill>
              <a:srgbClr val="F3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651967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MMSMOA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65196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Truesec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4686-E403-224A-570D-6AD1962FE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7C443-A519-CA6C-F515-F098DE1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be shy</a:t>
            </a:r>
          </a:p>
          <a:p>
            <a:r>
              <a:rPr lang="en-US" dirty="0"/>
              <a:t>We won’t talk about the Society for Critical Care Medicine</a:t>
            </a:r>
          </a:p>
          <a:p>
            <a:r>
              <a:rPr lang="en-US" dirty="0"/>
              <a:t>Long live … Intune?</a:t>
            </a:r>
          </a:p>
          <a:p>
            <a:r>
              <a:rPr lang="en-US" dirty="0"/>
              <a:t>Use Zoom It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1BF406-C981-0C18-EA6D-A2B5B6088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357060"/>
              </p:ext>
            </p:extLst>
          </p:nvPr>
        </p:nvGraphicFramePr>
        <p:xfrm>
          <a:off x="1796025" y="4231288"/>
          <a:ext cx="8127999" cy="1483360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5550791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357449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56797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659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8045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716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995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478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BC2B6-AE2C-3E1D-788D-592ABCDC1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win at life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5050AF-7D60-7B16-0E17-6467A67E5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According to Brian</a:t>
            </a:r>
          </a:p>
        </p:txBody>
      </p:sp>
    </p:spTree>
    <p:extLst>
      <p:ext uri="{BB962C8B-B14F-4D97-AF65-F5344CB8AC3E}">
        <p14:creationId xmlns:p14="http://schemas.microsoft.com/office/powerpoint/2010/main" val="29985676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C68930-3139-A8F7-E01D-4BD44399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Don't Cross The Streams!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1B598A-CB65-7993-3FCF-42623BB7A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for this year: LIGHT MODE</a:t>
            </a:r>
          </a:p>
          <a:p>
            <a:r>
              <a:rPr lang="en-US" dirty="0"/>
              <a:t>Use one or the other; NOT BOTH.</a:t>
            </a:r>
          </a:p>
          <a:p>
            <a:r>
              <a:rPr lang="en-US" dirty="0"/>
              <a:t>Session Title, Save the Dates, and Q&amp;A are</a:t>
            </a:r>
            <a:br>
              <a:rPr lang="en-US" dirty="0"/>
            </a:br>
            <a:r>
              <a:rPr lang="en-US" dirty="0"/>
              <a:t>the same regardless of mode.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E6863F-86EC-D616-7685-E6B5EA620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597" y="1700814"/>
            <a:ext cx="3582228" cy="438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828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530864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m Bluescreens to Scripts Enhancing Troubleshooting with Microsoft Copilot.potx" id="{A1420EE5-F907-4AA9-B549-C66B1BE750CF}" vid="{4E25BDDD-4BD6-4E2E-9BDB-9157C455A991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rom Bluescreens to Scripts Enhancing Troubleshooting with Microsoft Copilot.potx" id="{A1420EE5-F907-4AA9-B549-C66B1BE750CF}" vid="{EE948246-5515-4A2B-8419-FEA476FCE31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Props1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a23f2dc9-b9fe-448a-b0b1-aa092771f91e}" enabled="1" method="Privileged" siteId="{dd4bfd4f-bb54-4c50-ae35-38d9719db14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From Bluescreens to Scripts Enhancing Troubleshooting with Microsoft Copilot_Nystrom_Arwidmark</Template>
  <TotalTime>0</TotalTime>
  <Words>1973</Words>
  <Application>Microsoft Office PowerPoint</Application>
  <PresentationFormat>Widescreen</PresentationFormat>
  <Paragraphs>366</Paragraphs>
  <Slides>51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Aptos</vt:lpstr>
      <vt:lpstr>Aptos Display</vt:lpstr>
      <vt:lpstr>Arial</vt:lpstr>
      <vt:lpstr>Calibri</vt:lpstr>
      <vt:lpstr>Wingdings</vt:lpstr>
      <vt:lpstr>Dark Mode</vt:lpstr>
      <vt:lpstr>Light Mode</vt:lpstr>
      <vt:lpstr>From Bluescreens to Scripts:</vt:lpstr>
      <vt:lpstr>Attention</vt:lpstr>
      <vt:lpstr>PowerPoint Presentation</vt:lpstr>
      <vt:lpstr>The First Section</vt:lpstr>
      <vt:lpstr>Session outcomes</vt:lpstr>
      <vt:lpstr>Agenda (60–75 minutes)</vt:lpstr>
      <vt:lpstr>PowerPoint Presentation</vt:lpstr>
      <vt:lpstr>The troubleshooting reality</vt:lpstr>
      <vt:lpstr>Where Copilot shines</vt:lpstr>
      <vt:lpstr>PowerPoint Presentation</vt:lpstr>
      <vt:lpstr>Typical BSOD workflow (before)</vt:lpstr>
      <vt:lpstr>Copilot prompt: Analyzing a minidump</vt:lpstr>
      <vt:lpstr>Copilot output you care about</vt:lpstr>
      <vt:lpstr>PowerPoint Presentation</vt:lpstr>
      <vt:lpstr>The problem with event logs</vt:lpstr>
      <vt:lpstr>Copilot prompt: Event log summarization</vt:lpstr>
      <vt:lpstr>Practical tips</vt:lpstr>
      <vt:lpstr>PowerPoint Presentation</vt:lpstr>
      <vt:lpstr>Why this matters</vt:lpstr>
      <vt:lpstr>Copilot prompt: Generate a PowerShell script</vt:lpstr>
      <vt:lpstr>Review checklist</vt:lpstr>
      <vt:lpstr>Copilot Troubleshooting Toolkit</vt:lpstr>
      <vt:lpstr>PowerPoint Presentation</vt:lpstr>
      <vt:lpstr>What a 'Copilot log pack' is</vt:lpstr>
      <vt:lpstr>Recommended pack structure</vt:lpstr>
      <vt:lpstr>Collection approach (example outline)</vt:lpstr>
      <vt:lpstr>PowerPoint Presentation</vt:lpstr>
      <vt:lpstr>Agent design goals</vt:lpstr>
      <vt:lpstr>Agent architecture (practical)</vt:lpstr>
      <vt:lpstr>Agent instruction template (system prompt style)</vt:lpstr>
      <vt:lpstr>Outputs to generate (make it operational)</vt:lpstr>
      <vt:lpstr>PowerPoint Presentation</vt:lpstr>
      <vt:lpstr>The forgotten work</vt:lpstr>
      <vt:lpstr>Copilot prompt: Incident summary</vt:lpstr>
      <vt:lpstr>PowerPoint Presentation</vt:lpstr>
      <vt:lpstr>Common mistakes</vt:lpstr>
      <vt:lpstr>Best practices</vt:lpstr>
      <vt:lpstr>PowerPoint Presentation</vt:lpstr>
      <vt:lpstr>If you take one thing away</vt:lpstr>
      <vt:lpstr>Prompt Appendix</vt:lpstr>
      <vt:lpstr>Prompt 1 – Bluescreen Analysis</vt:lpstr>
      <vt:lpstr>Prompt 2 – Event Log Triage</vt:lpstr>
      <vt:lpstr>Prompt 3 – Hypothesis Validation</vt:lpstr>
      <vt:lpstr>Prompt 4 – PowerShell Script Generation</vt:lpstr>
      <vt:lpstr>Prompt 5 – Incident Summary</vt:lpstr>
      <vt:lpstr>Welcome</vt:lpstr>
      <vt:lpstr>How to win at life</vt:lpstr>
      <vt:lpstr>Don't Cross The Streams!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Mikael Nyström</dc:creator>
  <cp:lastModifiedBy>Mikael Nyström</cp:lastModifiedBy>
  <cp:revision>1</cp:revision>
  <dcterms:created xsi:type="dcterms:W3CDTF">2026-05-07T02:49:46Z</dcterms:created>
  <dcterms:modified xsi:type="dcterms:W3CDTF">2026-05-07T02:50:30Z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