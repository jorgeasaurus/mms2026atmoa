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74" r:id="rId5"/>
  </p:sldMasterIdLst>
  <p:notesMasterIdLst>
    <p:notesMasterId r:id="rId28"/>
  </p:notesMasterIdLst>
  <p:handoutMasterIdLst>
    <p:handoutMasterId r:id="rId29"/>
  </p:handoutMasterIdLst>
  <p:sldIdLst>
    <p:sldId id="272" r:id="rId6"/>
    <p:sldId id="367" r:id="rId7"/>
    <p:sldId id="264" r:id="rId8"/>
    <p:sldId id="368" r:id="rId9"/>
    <p:sldId id="2076136354" r:id="rId10"/>
    <p:sldId id="2076136357" r:id="rId11"/>
    <p:sldId id="2076136358" r:id="rId12"/>
    <p:sldId id="285" r:id="rId13"/>
    <p:sldId id="2076136359" r:id="rId14"/>
    <p:sldId id="2076136360" r:id="rId15"/>
    <p:sldId id="2076136355" r:id="rId16"/>
    <p:sldId id="366" r:id="rId17"/>
    <p:sldId id="2076136361" r:id="rId18"/>
    <p:sldId id="297" r:id="rId19"/>
    <p:sldId id="2076136362" r:id="rId20"/>
    <p:sldId id="2076136337" r:id="rId21"/>
    <p:sldId id="2076136363" r:id="rId22"/>
    <p:sldId id="2076136339" r:id="rId23"/>
    <p:sldId id="2076136356" r:id="rId24"/>
    <p:sldId id="266" r:id="rId25"/>
    <p:sldId id="263" r:id="rId26"/>
    <p:sldId id="265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547C90A1-52DE-4C0C-9748-AA4C35CE60DF}">
          <p14:sldIdLst>
            <p14:sldId id="272"/>
            <p14:sldId id="367"/>
            <p14:sldId id="264"/>
          </p14:sldIdLst>
        </p14:section>
        <p14:section name="Presentation" id="{88398753-748C-4CE7-B81D-D95829EA2652}">
          <p14:sldIdLst>
            <p14:sldId id="368"/>
            <p14:sldId id="2076136354"/>
            <p14:sldId id="2076136357"/>
            <p14:sldId id="2076136358"/>
            <p14:sldId id="285"/>
            <p14:sldId id="2076136359"/>
            <p14:sldId id="2076136360"/>
            <p14:sldId id="2076136355"/>
            <p14:sldId id="366"/>
            <p14:sldId id="2076136361"/>
            <p14:sldId id="297"/>
            <p14:sldId id="2076136362"/>
            <p14:sldId id="2076136337"/>
            <p14:sldId id="2076136363"/>
            <p14:sldId id="2076136339"/>
            <p14:sldId id="2076136356"/>
          </p14:sldIdLst>
        </p14:section>
        <p14:section name="Closing" id="{35F0DD0F-C871-4339-9D6B-25AB6010E816}">
          <p14:sldIdLst>
            <p14:sldId id="266"/>
            <p14:sldId id="263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1C24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5AB889-6BD8-4388-AD1A-68A42E80F5E5}" v="38" dt="2026-05-04T01:13:38.591"/>
  </p1510:revLst>
</p1510:revInfo>
</file>

<file path=ppt/tableStyles.xml><?xml version="1.0" encoding="utf-8"?>
<a:tblStyleLst xmlns:a="http://schemas.openxmlformats.org/drawingml/2006/main" def="{5C22544A-7EE6-4342-B048-85BDC9FD1C3A}"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34" Type="http://schemas.microsoft.com/office/2016/11/relationships/changesInfo" Target="changesInfos/changesInfo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han Arwidmark" userId="41faf43e-2386-4b48-b88c-40dff49dec6b" providerId="ADAL" clId="{A2DC9951-4352-405D-B3DB-BD629C2D19F7}"/>
    <pc:docChg chg="undo custSel addSld delSld modSld sldOrd modSection">
      <pc:chgData name="Johan Arwidmark" userId="41faf43e-2386-4b48-b88c-40dff49dec6b" providerId="ADAL" clId="{A2DC9951-4352-405D-B3DB-BD629C2D19F7}" dt="2026-04-30T21:33:27.568" v="136" actId="20577"/>
      <pc:docMkLst>
        <pc:docMk/>
      </pc:docMkLst>
      <pc:sldChg chg="ord">
        <pc:chgData name="Johan Arwidmark" userId="41faf43e-2386-4b48-b88c-40dff49dec6b" providerId="ADAL" clId="{A2DC9951-4352-405D-B3DB-BD629C2D19F7}" dt="2026-04-30T21:15:10.563" v="1"/>
        <pc:sldMkLst>
          <pc:docMk/>
          <pc:sldMk cId="3743149013" sldId="264"/>
        </pc:sldMkLst>
      </pc:sldChg>
      <pc:sldChg chg="modSp mod">
        <pc:chgData name="Johan Arwidmark" userId="41faf43e-2386-4b48-b88c-40dff49dec6b" providerId="ADAL" clId="{A2DC9951-4352-405D-B3DB-BD629C2D19F7}" dt="2026-04-30T21:26:53.427" v="90" actId="20577"/>
        <pc:sldMkLst>
          <pc:docMk/>
          <pc:sldMk cId="3642155417" sldId="285"/>
        </pc:sldMkLst>
        <pc:spChg chg="mod">
          <ac:chgData name="Johan Arwidmark" userId="41faf43e-2386-4b48-b88c-40dff49dec6b" providerId="ADAL" clId="{A2DC9951-4352-405D-B3DB-BD629C2D19F7}" dt="2026-04-30T21:26:53.427" v="90" actId="20577"/>
          <ac:spMkLst>
            <pc:docMk/>
            <pc:sldMk cId="3642155417" sldId="285"/>
            <ac:spMk id="10" creationId="{7A06FFCF-62EB-56F8-9E27-4E21466EE10D}"/>
          </ac:spMkLst>
        </pc:spChg>
      </pc:sldChg>
      <pc:sldChg chg="modSp mod">
        <pc:chgData name="Johan Arwidmark" userId="41faf43e-2386-4b48-b88c-40dff49dec6b" providerId="ADAL" clId="{A2DC9951-4352-405D-B3DB-BD629C2D19F7}" dt="2026-04-30T21:28:19.585" v="99" actId="20577"/>
        <pc:sldMkLst>
          <pc:docMk/>
          <pc:sldMk cId="3157371447" sldId="366"/>
        </pc:sldMkLst>
        <pc:spChg chg="mod">
          <ac:chgData name="Johan Arwidmark" userId="41faf43e-2386-4b48-b88c-40dff49dec6b" providerId="ADAL" clId="{A2DC9951-4352-405D-B3DB-BD629C2D19F7}" dt="2026-04-30T21:28:19.585" v="99" actId="20577"/>
          <ac:spMkLst>
            <pc:docMk/>
            <pc:sldMk cId="3157371447" sldId="366"/>
            <ac:spMk id="9" creationId="{37AC5AA6-4CA2-E885-595A-2E62C80370BD}"/>
          </ac:spMkLst>
        </pc:spChg>
      </pc:sldChg>
      <pc:sldChg chg="modSp mod">
        <pc:chgData name="Johan Arwidmark" userId="41faf43e-2386-4b48-b88c-40dff49dec6b" providerId="ADAL" clId="{A2DC9951-4352-405D-B3DB-BD629C2D19F7}" dt="2026-04-30T21:33:27.568" v="136" actId="20577"/>
        <pc:sldMkLst>
          <pc:docMk/>
          <pc:sldMk cId="3401449366" sldId="2076136326"/>
        </pc:sldMkLst>
        <pc:spChg chg="mod">
          <ac:chgData name="Johan Arwidmark" userId="41faf43e-2386-4b48-b88c-40dff49dec6b" providerId="ADAL" clId="{A2DC9951-4352-405D-B3DB-BD629C2D19F7}" dt="2026-04-30T21:33:27.568" v="136" actId="20577"/>
          <ac:spMkLst>
            <pc:docMk/>
            <pc:sldMk cId="3401449366" sldId="2076136326"/>
            <ac:spMk id="2" creationId="{90DCD959-33E9-B0CB-1089-F80C56212037}"/>
          </ac:spMkLst>
        </pc:spChg>
      </pc:sldChg>
      <pc:sldChg chg="ord">
        <pc:chgData name="Johan Arwidmark" userId="41faf43e-2386-4b48-b88c-40dff49dec6b" providerId="ADAL" clId="{A2DC9951-4352-405D-B3DB-BD629C2D19F7}" dt="2026-04-30T21:30:36.340" v="109"/>
        <pc:sldMkLst>
          <pc:docMk/>
          <pc:sldMk cId="922349271" sldId="2076136339"/>
        </pc:sldMkLst>
      </pc:sldChg>
      <pc:sldChg chg="modSp add mod ord">
        <pc:chgData name="Johan Arwidmark" userId="41faf43e-2386-4b48-b88c-40dff49dec6b" providerId="ADAL" clId="{A2DC9951-4352-405D-B3DB-BD629C2D19F7}" dt="2026-04-30T21:19:20.146" v="14"/>
        <pc:sldMkLst>
          <pc:docMk/>
          <pc:sldMk cId="1235023763" sldId="2076136354"/>
        </pc:sldMkLst>
        <pc:spChg chg="mod">
          <ac:chgData name="Johan Arwidmark" userId="41faf43e-2386-4b48-b88c-40dff49dec6b" providerId="ADAL" clId="{A2DC9951-4352-405D-B3DB-BD629C2D19F7}" dt="2026-04-30T21:19:20.146" v="14"/>
          <ac:spMkLst>
            <pc:docMk/>
            <pc:sldMk cId="1235023763" sldId="2076136354"/>
            <ac:spMk id="2" creationId="{0DC08163-1D94-22FB-4D70-33081EDF2468}"/>
          </ac:spMkLst>
        </pc:spChg>
      </pc:sldChg>
      <pc:sldChg chg="modSp add mod ord">
        <pc:chgData name="Johan Arwidmark" userId="41faf43e-2386-4b48-b88c-40dff49dec6b" providerId="ADAL" clId="{A2DC9951-4352-405D-B3DB-BD629C2D19F7}" dt="2026-04-30T21:24:04.958" v="84" actId="20577"/>
        <pc:sldMkLst>
          <pc:docMk/>
          <pc:sldMk cId="2494634439" sldId="2076136355"/>
        </pc:sldMkLst>
        <pc:spChg chg="mod">
          <ac:chgData name="Johan Arwidmark" userId="41faf43e-2386-4b48-b88c-40dff49dec6b" providerId="ADAL" clId="{A2DC9951-4352-405D-B3DB-BD629C2D19F7}" dt="2026-04-30T21:24:04.958" v="84" actId="20577"/>
          <ac:spMkLst>
            <pc:docMk/>
            <pc:sldMk cId="2494634439" sldId="2076136355"/>
            <ac:spMk id="2" creationId="{09B3812C-4EF4-8B44-48DC-967B70D65CDD}"/>
          </ac:spMkLst>
        </pc:spChg>
      </pc:sldChg>
      <pc:sldChg chg="addSp delSp modSp add mod ord">
        <pc:chgData name="Johan Arwidmark" userId="41faf43e-2386-4b48-b88c-40dff49dec6b" providerId="ADAL" clId="{A2DC9951-4352-405D-B3DB-BD629C2D19F7}" dt="2026-04-30T21:28:50.681" v="107"/>
        <pc:sldMkLst>
          <pc:docMk/>
          <pc:sldMk cId="3507798947" sldId="2076136356"/>
        </pc:sldMkLst>
        <pc:spChg chg="mod">
          <ac:chgData name="Johan Arwidmark" userId="41faf43e-2386-4b48-b88c-40dff49dec6b" providerId="ADAL" clId="{A2DC9951-4352-405D-B3DB-BD629C2D19F7}" dt="2026-04-30T21:28:50.681" v="107"/>
          <ac:spMkLst>
            <pc:docMk/>
            <pc:sldMk cId="3507798947" sldId="2076136356"/>
            <ac:spMk id="2" creationId="{1AE7D7F3-CAC3-37CE-DF24-06AE34BC29FA}"/>
          </ac:spMkLst>
        </pc:spChg>
      </pc:sldChg>
    </pc:docChg>
  </pc:docChgLst>
  <pc:docChgLst>
    <pc:chgData name="Johan Arwidmark" userId="41faf43e-2386-4b48-b88c-40dff49dec6b" providerId="ADAL" clId="{6D5CCED4-6EFD-4419-91CD-C47217534A37}"/>
    <pc:docChg chg="undo custSel addSld delSld modSld sldOrd modSection">
      <pc:chgData name="Johan Arwidmark" userId="41faf43e-2386-4b48-b88c-40dff49dec6b" providerId="ADAL" clId="{6D5CCED4-6EFD-4419-91CD-C47217534A37}" dt="2026-05-04T01:15:03.824" v="900" actId="47"/>
      <pc:docMkLst>
        <pc:docMk/>
      </pc:docMkLst>
      <pc:sldChg chg="modSp mod">
        <pc:chgData name="Johan Arwidmark" userId="41faf43e-2386-4b48-b88c-40dff49dec6b" providerId="ADAL" clId="{6D5CCED4-6EFD-4419-91CD-C47217534A37}" dt="2026-05-04T00:21:45.047" v="1" actId="27636"/>
        <pc:sldMkLst>
          <pc:docMk/>
          <pc:sldMk cId="147011589" sldId="272"/>
        </pc:sldMkLst>
        <pc:spChg chg="mod">
          <ac:chgData name="Johan Arwidmark" userId="41faf43e-2386-4b48-b88c-40dff49dec6b" providerId="ADAL" clId="{6D5CCED4-6EFD-4419-91CD-C47217534A37}" dt="2026-05-04T00:21:45.047" v="1" actId="27636"/>
          <ac:spMkLst>
            <pc:docMk/>
            <pc:sldMk cId="147011589" sldId="272"/>
            <ac:spMk id="2" creationId="{2313B669-2341-DF39-C682-5CB469879095}"/>
          </ac:spMkLst>
        </pc:spChg>
      </pc:sldChg>
      <pc:sldChg chg="addSp delSp modSp mod modClrScheme chgLayout">
        <pc:chgData name="Johan Arwidmark" userId="41faf43e-2386-4b48-b88c-40dff49dec6b" providerId="ADAL" clId="{6D5CCED4-6EFD-4419-91CD-C47217534A37}" dt="2026-05-04T01:00:44.497" v="474" actId="27636"/>
        <pc:sldMkLst>
          <pc:docMk/>
          <pc:sldMk cId="3642155417" sldId="285"/>
        </pc:sldMkLst>
        <pc:spChg chg="add del mod ord">
          <ac:chgData name="Johan Arwidmark" userId="41faf43e-2386-4b48-b88c-40dff49dec6b" providerId="ADAL" clId="{6D5CCED4-6EFD-4419-91CD-C47217534A37}" dt="2026-05-04T00:59:07.921" v="443" actId="700"/>
          <ac:spMkLst>
            <pc:docMk/>
            <pc:sldMk cId="3642155417" sldId="285"/>
            <ac:spMk id="2" creationId="{13503441-A8C0-EDC9-8407-59CAFFB71944}"/>
          </ac:spMkLst>
        </pc:spChg>
        <pc:spChg chg="add del">
          <ac:chgData name="Johan Arwidmark" userId="41faf43e-2386-4b48-b88c-40dff49dec6b" providerId="ADAL" clId="{6D5CCED4-6EFD-4419-91CD-C47217534A37}" dt="2026-05-04T01:00:30.542" v="452" actId="478"/>
          <ac:spMkLst>
            <pc:docMk/>
            <pc:sldMk cId="3642155417" sldId="285"/>
            <ac:spMk id="4" creationId="{3C22ECF9-E47C-30F2-A76E-A4B4A3DB6B56}"/>
          </ac:spMkLst>
        </pc:spChg>
        <pc:spChg chg="mod ord">
          <ac:chgData name="Johan Arwidmark" userId="41faf43e-2386-4b48-b88c-40dff49dec6b" providerId="ADAL" clId="{6D5CCED4-6EFD-4419-91CD-C47217534A37}" dt="2026-05-04T01:00:44.497" v="474" actId="27636"/>
          <ac:spMkLst>
            <pc:docMk/>
            <pc:sldMk cId="3642155417" sldId="285"/>
            <ac:spMk id="9" creationId="{6FD5A982-3138-6D08-EDA2-11BF1F86BFC2}"/>
          </ac:spMkLst>
        </pc:spChg>
        <pc:spChg chg="mod ord">
          <ac:chgData name="Johan Arwidmark" userId="41faf43e-2386-4b48-b88c-40dff49dec6b" providerId="ADAL" clId="{6D5CCED4-6EFD-4419-91CD-C47217534A37}" dt="2026-05-04T01:00:24.796" v="451"/>
          <ac:spMkLst>
            <pc:docMk/>
            <pc:sldMk cId="3642155417" sldId="285"/>
            <ac:spMk id="10" creationId="{7A06FFCF-62EB-56F8-9E27-4E21466EE10D}"/>
          </ac:spMkLst>
        </pc:spChg>
      </pc:sldChg>
      <pc:sldChg chg="modSp mod">
        <pc:chgData name="Johan Arwidmark" userId="41faf43e-2386-4b48-b88c-40dff49dec6b" providerId="ADAL" clId="{6D5CCED4-6EFD-4419-91CD-C47217534A37}" dt="2026-05-04T01:08:22.801" v="707" actId="20577"/>
        <pc:sldMkLst>
          <pc:docMk/>
          <pc:sldMk cId="1674615489" sldId="297"/>
        </pc:sldMkLst>
        <pc:spChg chg="mod">
          <ac:chgData name="Johan Arwidmark" userId="41faf43e-2386-4b48-b88c-40dff49dec6b" providerId="ADAL" clId="{6D5CCED4-6EFD-4419-91CD-C47217534A37}" dt="2026-05-04T01:07:31.927" v="665"/>
          <ac:spMkLst>
            <pc:docMk/>
            <pc:sldMk cId="1674615489" sldId="297"/>
            <ac:spMk id="2" creationId="{D6DF0F2D-EF3E-43C8-A21F-0C3AF2634021}"/>
          </ac:spMkLst>
        </pc:spChg>
        <pc:spChg chg="mod">
          <ac:chgData name="Johan Arwidmark" userId="41faf43e-2386-4b48-b88c-40dff49dec6b" providerId="ADAL" clId="{6D5CCED4-6EFD-4419-91CD-C47217534A37}" dt="2026-05-04T01:08:22.801" v="707" actId="20577"/>
          <ac:spMkLst>
            <pc:docMk/>
            <pc:sldMk cId="1674615489" sldId="297"/>
            <ac:spMk id="3" creationId="{02DC081B-F334-4B8E-AA39-82B3C9A5141C}"/>
          </ac:spMkLst>
        </pc:spChg>
      </pc:sldChg>
      <pc:sldChg chg="del">
        <pc:chgData name="Johan Arwidmark" userId="41faf43e-2386-4b48-b88c-40dff49dec6b" providerId="ADAL" clId="{6D5CCED4-6EFD-4419-91CD-C47217534A37}" dt="2026-05-04T01:15:03.824" v="900" actId="47"/>
        <pc:sldMkLst>
          <pc:docMk/>
          <pc:sldMk cId="2696017340" sldId="363"/>
        </pc:sldMkLst>
      </pc:sldChg>
      <pc:sldChg chg="modSp mod">
        <pc:chgData name="Johan Arwidmark" userId="41faf43e-2386-4b48-b88c-40dff49dec6b" providerId="ADAL" clId="{6D5CCED4-6EFD-4419-91CD-C47217534A37}" dt="2026-05-04T01:05:10.926" v="655" actId="20577"/>
        <pc:sldMkLst>
          <pc:docMk/>
          <pc:sldMk cId="3157371447" sldId="366"/>
        </pc:sldMkLst>
        <pc:spChg chg="mod">
          <ac:chgData name="Johan Arwidmark" userId="41faf43e-2386-4b48-b88c-40dff49dec6b" providerId="ADAL" clId="{6D5CCED4-6EFD-4419-91CD-C47217534A37}" dt="2026-05-04T01:05:00.057" v="650"/>
          <ac:spMkLst>
            <pc:docMk/>
            <pc:sldMk cId="3157371447" sldId="366"/>
            <ac:spMk id="9" creationId="{37AC5AA6-4CA2-E885-595A-2E62C80370BD}"/>
          </ac:spMkLst>
        </pc:spChg>
        <pc:spChg chg="mod">
          <ac:chgData name="Johan Arwidmark" userId="41faf43e-2386-4b48-b88c-40dff49dec6b" providerId="ADAL" clId="{6D5CCED4-6EFD-4419-91CD-C47217534A37}" dt="2026-05-04T01:05:10.926" v="655" actId="20577"/>
          <ac:spMkLst>
            <pc:docMk/>
            <pc:sldMk cId="3157371447" sldId="366"/>
            <ac:spMk id="10" creationId="{49BF200B-9152-6E56-5612-6343599D5014}"/>
          </ac:spMkLst>
        </pc:spChg>
      </pc:sldChg>
      <pc:sldChg chg="addSp delSp modSp mod">
        <pc:chgData name="Johan Arwidmark" userId="41faf43e-2386-4b48-b88c-40dff49dec6b" providerId="ADAL" clId="{6D5CCED4-6EFD-4419-91CD-C47217534A37}" dt="2026-05-04T00:26:01.889" v="19" actId="6549"/>
        <pc:sldMkLst>
          <pc:docMk/>
          <pc:sldMk cId="1285669844" sldId="367"/>
        </pc:sldMkLst>
        <pc:spChg chg="add del mod">
          <ac:chgData name="Johan Arwidmark" userId="41faf43e-2386-4b48-b88c-40dff49dec6b" providerId="ADAL" clId="{6D5CCED4-6EFD-4419-91CD-C47217534A37}" dt="2026-05-04T00:24:47.422" v="7" actId="478"/>
          <ac:spMkLst>
            <pc:docMk/>
            <pc:sldMk cId="1285669844" sldId="367"/>
            <ac:spMk id="3" creationId="{AA1AD44C-32B5-2E10-8DAE-B4668988FA1D}"/>
          </ac:spMkLst>
        </pc:spChg>
        <pc:spChg chg="mod">
          <ac:chgData name="Johan Arwidmark" userId="41faf43e-2386-4b48-b88c-40dff49dec6b" providerId="ADAL" clId="{6D5CCED4-6EFD-4419-91CD-C47217534A37}" dt="2026-05-04T00:24:52.301" v="8"/>
          <ac:spMkLst>
            <pc:docMk/>
            <pc:sldMk cId="1285669844" sldId="367"/>
            <ac:spMk id="21" creationId="{A7D52575-731F-B062-575C-1A114BCFA640}"/>
          </ac:spMkLst>
        </pc:spChg>
        <pc:spChg chg="mod">
          <ac:chgData name="Johan Arwidmark" userId="41faf43e-2386-4b48-b88c-40dff49dec6b" providerId="ADAL" clId="{6D5CCED4-6EFD-4419-91CD-C47217534A37}" dt="2026-05-04T00:25:47.521" v="18"/>
          <ac:spMkLst>
            <pc:docMk/>
            <pc:sldMk cId="1285669844" sldId="367"/>
            <ac:spMk id="25" creationId="{0ED36D92-BCB7-5A58-58C6-DEB809880CD8}"/>
          </ac:spMkLst>
        </pc:spChg>
        <pc:spChg chg="mod">
          <ac:chgData name="Johan Arwidmark" userId="41faf43e-2386-4b48-b88c-40dff49dec6b" providerId="ADAL" clId="{6D5CCED4-6EFD-4419-91CD-C47217534A37}" dt="2026-05-04T00:26:01.889" v="19" actId="6549"/>
          <ac:spMkLst>
            <pc:docMk/>
            <pc:sldMk cId="1285669844" sldId="367"/>
            <ac:spMk id="27" creationId="{0F7BEC70-5521-1DE2-1985-5E3027DE0487}"/>
          </ac:spMkLst>
        </pc:spChg>
        <pc:spChg chg="mod">
          <ac:chgData name="Johan Arwidmark" userId="41faf43e-2386-4b48-b88c-40dff49dec6b" providerId="ADAL" clId="{6D5CCED4-6EFD-4419-91CD-C47217534A37}" dt="2026-05-04T00:24:56.269" v="9"/>
          <ac:spMkLst>
            <pc:docMk/>
            <pc:sldMk cId="1285669844" sldId="367"/>
            <ac:spMk id="29" creationId="{92259D4D-C5C1-7440-A0D1-482A2EF2334A}"/>
          </ac:spMkLst>
        </pc:spChg>
        <pc:picChg chg="add mod">
          <ac:chgData name="Johan Arwidmark" userId="41faf43e-2386-4b48-b88c-40dff49dec6b" providerId="ADAL" clId="{6D5CCED4-6EFD-4419-91CD-C47217534A37}" dt="2026-05-04T00:24:44.808" v="6" actId="1076"/>
          <ac:picMkLst>
            <pc:docMk/>
            <pc:sldMk cId="1285669844" sldId="367"/>
            <ac:picMk id="4" creationId="{3D39718F-EADF-9905-1691-4C0636E1D709}"/>
          </ac:picMkLst>
        </pc:picChg>
        <pc:picChg chg="del">
          <ac:chgData name="Johan Arwidmark" userId="41faf43e-2386-4b48-b88c-40dff49dec6b" providerId="ADAL" clId="{6D5CCED4-6EFD-4419-91CD-C47217534A37}" dt="2026-05-04T00:24:34.164" v="2" actId="478"/>
          <ac:picMkLst>
            <pc:docMk/>
            <pc:sldMk cId="1285669844" sldId="367"/>
            <ac:picMk id="5" creationId="{73AE33C3-3618-9D25-AF5C-DD2FBCE7D747}"/>
          </ac:picMkLst>
        </pc:picChg>
      </pc:sldChg>
      <pc:sldChg chg="addSp modSp mod modClrScheme chgLayout">
        <pc:chgData name="Johan Arwidmark" userId="41faf43e-2386-4b48-b88c-40dff49dec6b" providerId="ADAL" clId="{6D5CCED4-6EFD-4419-91CD-C47217534A37}" dt="2026-05-04T00:40:34.875" v="133" actId="20577"/>
        <pc:sldMkLst>
          <pc:docMk/>
          <pc:sldMk cId="958645887" sldId="368"/>
        </pc:sldMkLst>
        <pc:spChg chg="add mod ord">
          <ac:chgData name="Johan Arwidmark" userId="41faf43e-2386-4b48-b88c-40dff49dec6b" providerId="ADAL" clId="{6D5CCED4-6EFD-4419-91CD-C47217534A37}" dt="2026-05-04T00:39:23.263" v="112" actId="20577"/>
          <ac:spMkLst>
            <pc:docMk/>
            <pc:sldMk cId="958645887" sldId="368"/>
            <ac:spMk id="2" creationId="{951DC6FF-B8F0-488A-9C34-D079F7D69B21}"/>
          </ac:spMkLst>
        </pc:spChg>
        <pc:spChg chg="mod ord">
          <ac:chgData name="Johan Arwidmark" userId="41faf43e-2386-4b48-b88c-40dff49dec6b" providerId="ADAL" clId="{6D5CCED4-6EFD-4419-91CD-C47217534A37}" dt="2026-05-04T00:40:34.875" v="133" actId="20577"/>
          <ac:spMkLst>
            <pc:docMk/>
            <pc:sldMk cId="958645887" sldId="368"/>
            <ac:spMk id="9" creationId="{51B44AE0-07C8-B55F-7697-29FC142AD3BC}"/>
          </ac:spMkLst>
        </pc:spChg>
        <pc:spChg chg="mod ord">
          <ac:chgData name="Johan Arwidmark" userId="41faf43e-2386-4b48-b88c-40dff49dec6b" providerId="ADAL" clId="{6D5CCED4-6EFD-4419-91CD-C47217534A37}" dt="2026-05-04T00:37:57.579" v="47" actId="20577"/>
          <ac:spMkLst>
            <pc:docMk/>
            <pc:sldMk cId="958645887" sldId="368"/>
            <ac:spMk id="10" creationId="{C14D8DE7-2EE8-ED44-EAFC-77B32EA454C2}"/>
          </ac:spMkLst>
        </pc:spChg>
      </pc:sldChg>
      <pc:sldChg chg="add del">
        <pc:chgData name="Johan Arwidmark" userId="41faf43e-2386-4b48-b88c-40dff49dec6b" providerId="ADAL" clId="{6D5CCED4-6EFD-4419-91CD-C47217534A37}" dt="2026-05-04T01:09:51.038" v="709"/>
        <pc:sldMkLst>
          <pc:docMk/>
          <pc:sldMk cId="1635098716" sldId="2710"/>
        </pc:sldMkLst>
      </pc:sldChg>
      <pc:sldChg chg="del">
        <pc:chgData name="Johan Arwidmark" userId="41faf43e-2386-4b48-b88c-40dff49dec6b" providerId="ADAL" clId="{6D5CCED4-6EFD-4419-91CD-C47217534A37}" dt="2026-05-04T01:15:03.824" v="900" actId="47"/>
        <pc:sldMkLst>
          <pc:docMk/>
          <pc:sldMk cId="3401449366" sldId="2076136326"/>
        </pc:sldMkLst>
      </pc:sldChg>
      <pc:sldChg chg="modSp mod">
        <pc:chgData name="Johan Arwidmark" userId="41faf43e-2386-4b48-b88c-40dff49dec6b" providerId="ADAL" clId="{6D5CCED4-6EFD-4419-91CD-C47217534A37}" dt="2026-05-04T01:11:18.913" v="756" actId="20577"/>
        <pc:sldMkLst>
          <pc:docMk/>
          <pc:sldMk cId="487014250" sldId="2076136337"/>
        </pc:sldMkLst>
        <pc:spChg chg="mod">
          <ac:chgData name="Johan Arwidmark" userId="41faf43e-2386-4b48-b88c-40dff49dec6b" providerId="ADAL" clId="{6D5CCED4-6EFD-4419-91CD-C47217534A37}" dt="2026-05-04T01:11:10.292" v="749" actId="20577"/>
          <ac:spMkLst>
            <pc:docMk/>
            <pc:sldMk cId="487014250" sldId="2076136337"/>
            <ac:spMk id="2" creationId="{D79D6CD0-8CAC-440F-27F0-1043D1BFE54B}"/>
          </ac:spMkLst>
        </pc:spChg>
        <pc:spChg chg="mod">
          <ac:chgData name="Johan Arwidmark" userId="41faf43e-2386-4b48-b88c-40dff49dec6b" providerId="ADAL" clId="{6D5CCED4-6EFD-4419-91CD-C47217534A37}" dt="2026-05-04T01:11:18.913" v="756" actId="20577"/>
          <ac:spMkLst>
            <pc:docMk/>
            <pc:sldMk cId="487014250" sldId="2076136337"/>
            <ac:spMk id="3" creationId="{5BCFD7DE-C48F-F312-94AD-EAE9EE850C9A}"/>
          </ac:spMkLst>
        </pc:spChg>
      </pc:sldChg>
      <pc:sldChg chg="del">
        <pc:chgData name="Johan Arwidmark" userId="41faf43e-2386-4b48-b88c-40dff49dec6b" providerId="ADAL" clId="{6D5CCED4-6EFD-4419-91CD-C47217534A37}" dt="2026-05-04T01:13:28.229" v="785" actId="47"/>
        <pc:sldMkLst>
          <pc:docMk/>
          <pc:sldMk cId="2366529852" sldId="2076136338"/>
        </pc:sldMkLst>
      </pc:sldChg>
      <pc:sldChg chg="modSp mod">
        <pc:chgData name="Johan Arwidmark" userId="41faf43e-2386-4b48-b88c-40dff49dec6b" providerId="ADAL" clId="{6D5CCED4-6EFD-4419-91CD-C47217534A37}" dt="2026-05-04T01:14:35.597" v="897" actId="20577"/>
        <pc:sldMkLst>
          <pc:docMk/>
          <pc:sldMk cId="922349271" sldId="2076136339"/>
        </pc:sldMkLst>
        <pc:spChg chg="mod">
          <ac:chgData name="Johan Arwidmark" userId="41faf43e-2386-4b48-b88c-40dff49dec6b" providerId="ADAL" clId="{6D5CCED4-6EFD-4419-91CD-C47217534A37}" dt="2026-05-04T01:11:50.798" v="784" actId="20577"/>
          <ac:spMkLst>
            <pc:docMk/>
            <pc:sldMk cId="922349271" sldId="2076136339"/>
            <ac:spMk id="2" creationId="{BEAA76FF-052D-EB34-CF36-24D38FC7FF3C}"/>
          </ac:spMkLst>
        </pc:spChg>
        <pc:spChg chg="mod">
          <ac:chgData name="Johan Arwidmark" userId="41faf43e-2386-4b48-b88c-40dff49dec6b" providerId="ADAL" clId="{6D5CCED4-6EFD-4419-91CD-C47217534A37}" dt="2026-05-04T01:14:35.597" v="897" actId="20577"/>
          <ac:spMkLst>
            <pc:docMk/>
            <pc:sldMk cId="922349271" sldId="2076136339"/>
            <ac:spMk id="3" creationId="{EFBA06A8-140F-C1A9-7148-28DA169D4B36}"/>
          </ac:spMkLst>
        </pc:spChg>
      </pc:sldChg>
      <pc:sldChg chg="del">
        <pc:chgData name="Johan Arwidmark" userId="41faf43e-2386-4b48-b88c-40dff49dec6b" providerId="ADAL" clId="{6D5CCED4-6EFD-4419-91CD-C47217534A37}" dt="2026-05-04T01:15:03.824" v="900" actId="47"/>
        <pc:sldMkLst>
          <pc:docMk/>
          <pc:sldMk cId="3727756822" sldId="2076136340"/>
        </pc:sldMkLst>
      </pc:sldChg>
      <pc:sldChg chg="del">
        <pc:chgData name="Johan Arwidmark" userId="41faf43e-2386-4b48-b88c-40dff49dec6b" providerId="ADAL" clId="{6D5CCED4-6EFD-4419-91CD-C47217534A37}" dt="2026-05-04T00:57:43.512" v="437" actId="47"/>
        <pc:sldMkLst>
          <pc:docMk/>
          <pc:sldMk cId="4056798352" sldId="2076136350"/>
        </pc:sldMkLst>
      </pc:sldChg>
      <pc:sldChg chg="del">
        <pc:chgData name="Johan Arwidmark" userId="41faf43e-2386-4b48-b88c-40dff49dec6b" providerId="ADAL" clId="{6D5CCED4-6EFD-4419-91CD-C47217534A37}" dt="2026-05-04T01:15:03.824" v="900" actId="47"/>
        <pc:sldMkLst>
          <pc:docMk/>
          <pc:sldMk cId="382955884" sldId="2076136351"/>
        </pc:sldMkLst>
      </pc:sldChg>
      <pc:sldChg chg="del">
        <pc:chgData name="Johan Arwidmark" userId="41faf43e-2386-4b48-b88c-40dff49dec6b" providerId="ADAL" clId="{6D5CCED4-6EFD-4419-91CD-C47217534A37}" dt="2026-05-04T01:14:54.754" v="898" actId="47"/>
        <pc:sldMkLst>
          <pc:docMk/>
          <pc:sldMk cId="3779069798" sldId="2076136352"/>
        </pc:sldMkLst>
      </pc:sldChg>
      <pc:sldChg chg="del">
        <pc:chgData name="Johan Arwidmark" userId="41faf43e-2386-4b48-b88c-40dff49dec6b" providerId="ADAL" clId="{6D5CCED4-6EFD-4419-91CD-C47217534A37}" dt="2026-05-04T01:14:56.100" v="899" actId="47"/>
        <pc:sldMkLst>
          <pc:docMk/>
          <pc:sldMk cId="515922071" sldId="2076136353"/>
        </pc:sldMkLst>
      </pc:sldChg>
      <pc:sldChg chg="delSp modSp mod ord">
        <pc:chgData name="Johan Arwidmark" userId="41faf43e-2386-4b48-b88c-40dff49dec6b" providerId="ADAL" clId="{6D5CCED4-6EFD-4419-91CD-C47217534A37}" dt="2026-05-04T00:54:15.031" v="435" actId="478"/>
        <pc:sldMkLst>
          <pc:docMk/>
          <pc:sldMk cId="1235023763" sldId="2076136354"/>
        </pc:sldMkLst>
        <pc:spChg chg="mod">
          <ac:chgData name="Johan Arwidmark" userId="41faf43e-2386-4b48-b88c-40dff49dec6b" providerId="ADAL" clId="{6D5CCED4-6EFD-4419-91CD-C47217534A37}" dt="2026-05-04T00:40:49.867" v="148" actId="20577"/>
          <ac:spMkLst>
            <pc:docMk/>
            <pc:sldMk cId="1235023763" sldId="2076136354"/>
            <ac:spMk id="2" creationId="{0DC08163-1D94-22FB-4D70-33081EDF2468}"/>
          </ac:spMkLst>
        </pc:spChg>
        <pc:spChg chg="del">
          <ac:chgData name="Johan Arwidmark" userId="41faf43e-2386-4b48-b88c-40dff49dec6b" providerId="ADAL" clId="{6D5CCED4-6EFD-4419-91CD-C47217534A37}" dt="2026-05-04T00:54:15.031" v="435" actId="478"/>
          <ac:spMkLst>
            <pc:docMk/>
            <pc:sldMk cId="1235023763" sldId="2076136354"/>
            <ac:spMk id="7" creationId="{03F280C4-5DA2-8EB1-69BA-BD5E6897AA57}"/>
          </ac:spMkLst>
        </pc:spChg>
      </pc:sldChg>
      <pc:sldChg chg="modSp mod">
        <pc:chgData name="Johan Arwidmark" userId="41faf43e-2386-4b48-b88c-40dff49dec6b" providerId="ADAL" clId="{6D5CCED4-6EFD-4419-91CD-C47217534A37}" dt="2026-05-04T01:04:41.575" v="649" actId="20577"/>
        <pc:sldMkLst>
          <pc:docMk/>
          <pc:sldMk cId="2494634439" sldId="2076136355"/>
        </pc:sldMkLst>
        <pc:spChg chg="mod">
          <ac:chgData name="Johan Arwidmark" userId="41faf43e-2386-4b48-b88c-40dff49dec6b" providerId="ADAL" clId="{6D5CCED4-6EFD-4419-91CD-C47217534A37}" dt="2026-05-04T01:04:41.575" v="649" actId="20577"/>
          <ac:spMkLst>
            <pc:docMk/>
            <pc:sldMk cId="2494634439" sldId="2076136355"/>
            <ac:spMk id="2" creationId="{09B3812C-4EF4-8B44-48DC-967B70D65CDD}"/>
          </ac:spMkLst>
        </pc:spChg>
      </pc:sldChg>
      <pc:sldChg chg="modSp mod">
        <pc:chgData name="Johan Arwidmark" userId="41faf43e-2386-4b48-b88c-40dff49dec6b" providerId="ADAL" clId="{6D5CCED4-6EFD-4419-91CD-C47217534A37}" dt="2026-05-04T01:13:38.606" v="787"/>
        <pc:sldMkLst>
          <pc:docMk/>
          <pc:sldMk cId="3507798947" sldId="2076136356"/>
        </pc:sldMkLst>
        <pc:spChg chg="mod">
          <ac:chgData name="Johan Arwidmark" userId="41faf43e-2386-4b48-b88c-40dff49dec6b" providerId="ADAL" clId="{6D5CCED4-6EFD-4419-91CD-C47217534A37}" dt="2026-05-04T01:13:38.606" v="787"/>
          <ac:spMkLst>
            <pc:docMk/>
            <pc:sldMk cId="3507798947" sldId="2076136356"/>
            <ac:spMk id="2" creationId="{1AE7D7F3-CAC3-37CE-DF24-06AE34BC29FA}"/>
          </ac:spMkLst>
        </pc:spChg>
      </pc:sldChg>
      <pc:sldChg chg="delSp modSp add mod modClrScheme chgLayout">
        <pc:chgData name="Johan Arwidmark" userId="41faf43e-2386-4b48-b88c-40dff49dec6b" providerId="ADAL" clId="{6D5CCED4-6EFD-4419-91CD-C47217534A37}" dt="2026-05-04T00:53:49.457" v="432" actId="20577"/>
        <pc:sldMkLst>
          <pc:docMk/>
          <pc:sldMk cId="1394727006" sldId="2076136357"/>
        </pc:sldMkLst>
        <pc:spChg chg="del mod ord">
          <ac:chgData name="Johan Arwidmark" userId="41faf43e-2386-4b48-b88c-40dff49dec6b" providerId="ADAL" clId="{6D5CCED4-6EFD-4419-91CD-C47217534A37}" dt="2026-05-04T00:44:38.218" v="221" actId="478"/>
          <ac:spMkLst>
            <pc:docMk/>
            <pc:sldMk cId="1394727006" sldId="2076136357"/>
            <ac:spMk id="2" creationId="{A51EEE04-53B0-FBB7-7F31-1F37D93523B2}"/>
          </ac:spMkLst>
        </pc:spChg>
        <pc:spChg chg="mod ord">
          <ac:chgData name="Johan Arwidmark" userId="41faf43e-2386-4b48-b88c-40dff49dec6b" providerId="ADAL" clId="{6D5CCED4-6EFD-4419-91CD-C47217534A37}" dt="2026-05-04T00:45:19.396" v="328" actId="20577"/>
          <ac:spMkLst>
            <pc:docMk/>
            <pc:sldMk cId="1394727006" sldId="2076136357"/>
            <ac:spMk id="9" creationId="{4100F1ED-5950-DBE2-BD17-53696A942280}"/>
          </ac:spMkLst>
        </pc:spChg>
        <pc:spChg chg="mod ord">
          <ac:chgData name="Johan Arwidmark" userId="41faf43e-2386-4b48-b88c-40dff49dec6b" providerId="ADAL" clId="{6D5CCED4-6EFD-4419-91CD-C47217534A37}" dt="2026-05-04T00:53:49.457" v="432" actId="20577"/>
          <ac:spMkLst>
            <pc:docMk/>
            <pc:sldMk cId="1394727006" sldId="2076136357"/>
            <ac:spMk id="10" creationId="{B4C66488-FEB3-1279-E1ED-3498A2D53C64}"/>
          </ac:spMkLst>
        </pc:spChg>
      </pc:sldChg>
      <pc:sldChg chg="delSp modSp add mod ord">
        <pc:chgData name="Johan Arwidmark" userId="41faf43e-2386-4b48-b88c-40dff49dec6b" providerId="ADAL" clId="{6D5CCED4-6EFD-4419-91CD-C47217534A37}" dt="2026-05-04T00:54:19.338" v="436" actId="478"/>
        <pc:sldMkLst>
          <pc:docMk/>
          <pc:sldMk cId="2956222786" sldId="2076136358"/>
        </pc:sldMkLst>
        <pc:spChg chg="mod">
          <ac:chgData name="Johan Arwidmark" userId="41faf43e-2386-4b48-b88c-40dff49dec6b" providerId="ADAL" clId="{6D5CCED4-6EFD-4419-91CD-C47217534A37}" dt="2026-05-04T00:54:02.664" v="434"/>
          <ac:spMkLst>
            <pc:docMk/>
            <pc:sldMk cId="2956222786" sldId="2076136358"/>
            <ac:spMk id="2" creationId="{99743F48-DF38-5DD7-F927-1BD2D1523713}"/>
          </ac:spMkLst>
        </pc:spChg>
        <pc:spChg chg="del">
          <ac:chgData name="Johan Arwidmark" userId="41faf43e-2386-4b48-b88c-40dff49dec6b" providerId="ADAL" clId="{6D5CCED4-6EFD-4419-91CD-C47217534A37}" dt="2026-05-04T00:54:19.338" v="436" actId="478"/>
          <ac:spMkLst>
            <pc:docMk/>
            <pc:sldMk cId="2956222786" sldId="2076136358"/>
            <ac:spMk id="7" creationId="{34D1743E-638B-A904-989C-CA735379CA27}"/>
          </ac:spMkLst>
        </pc:spChg>
      </pc:sldChg>
      <pc:sldChg chg="delSp modSp add mod">
        <pc:chgData name="Johan Arwidmark" userId="41faf43e-2386-4b48-b88c-40dff49dec6b" providerId="ADAL" clId="{6D5CCED4-6EFD-4419-91CD-C47217534A37}" dt="2026-05-04T01:02:33.811" v="604" actId="20577"/>
        <pc:sldMkLst>
          <pc:docMk/>
          <pc:sldMk cId="839197496" sldId="2076136359"/>
        </pc:sldMkLst>
        <pc:spChg chg="del">
          <ac:chgData name="Johan Arwidmark" userId="41faf43e-2386-4b48-b88c-40dff49dec6b" providerId="ADAL" clId="{6D5CCED4-6EFD-4419-91CD-C47217534A37}" dt="2026-05-04T01:01:11.786" v="475" actId="478"/>
          <ac:spMkLst>
            <pc:docMk/>
            <pc:sldMk cId="839197496" sldId="2076136359"/>
            <ac:spMk id="4" creationId="{E1AE4812-2AF8-6B0E-34A4-6C82A674F2DB}"/>
          </ac:spMkLst>
        </pc:spChg>
        <pc:spChg chg="mod">
          <ac:chgData name="Johan Arwidmark" userId="41faf43e-2386-4b48-b88c-40dff49dec6b" providerId="ADAL" clId="{6D5CCED4-6EFD-4419-91CD-C47217534A37}" dt="2026-05-04T01:02:33.811" v="604" actId="20577"/>
          <ac:spMkLst>
            <pc:docMk/>
            <pc:sldMk cId="839197496" sldId="2076136359"/>
            <ac:spMk id="10" creationId="{03EBE562-2ADA-7D64-0B9A-0CABB53B6744}"/>
          </ac:spMkLst>
        </pc:spChg>
      </pc:sldChg>
      <pc:sldChg chg="modSp add mod">
        <pc:chgData name="Johan Arwidmark" userId="41faf43e-2386-4b48-b88c-40dff49dec6b" providerId="ADAL" clId="{6D5CCED4-6EFD-4419-91CD-C47217534A37}" dt="2026-05-04T01:04:31.164" v="639" actId="20577"/>
        <pc:sldMkLst>
          <pc:docMk/>
          <pc:sldMk cId="1414768188" sldId="2076136360"/>
        </pc:sldMkLst>
        <pc:spChg chg="mod">
          <ac:chgData name="Johan Arwidmark" userId="41faf43e-2386-4b48-b88c-40dff49dec6b" providerId="ADAL" clId="{6D5CCED4-6EFD-4419-91CD-C47217534A37}" dt="2026-05-04T01:04:00.426" v="615" actId="20577"/>
          <ac:spMkLst>
            <pc:docMk/>
            <pc:sldMk cId="1414768188" sldId="2076136360"/>
            <ac:spMk id="9" creationId="{ED7FBC4D-1A0B-B1E3-42C0-CDF5B01138B8}"/>
          </ac:spMkLst>
        </pc:spChg>
        <pc:spChg chg="mod">
          <ac:chgData name="Johan Arwidmark" userId="41faf43e-2386-4b48-b88c-40dff49dec6b" providerId="ADAL" clId="{6D5CCED4-6EFD-4419-91CD-C47217534A37}" dt="2026-05-04T01:04:31.164" v="639" actId="20577"/>
          <ac:spMkLst>
            <pc:docMk/>
            <pc:sldMk cId="1414768188" sldId="2076136360"/>
            <ac:spMk id="10" creationId="{DC9CEDF7-FE8A-40AF-AD3B-B3AFF23B50CE}"/>
          </ac:spMkLst>
        </pc:spChg>
      </pc:sldChg>
      <pc:sldChg chg="modSp add mod ord">
        <pc:chgData name="Johan Arwidmark" userId="41faf43e-2386-4b48-b88c-40dff49dec6b" providerId="ADAL" clId="{6D5CCED4-6EFD-4419-91CD-C47217534A37}" dt="2026-05-04T01:06:22.596" v="664" actId="20577"/>
        <pc:sldMkLst>
          <pc:docMk/>
          <pc:sldMk cId="2005189800" sldId="2076136361"/>
        </pc:sldMkLst>
        <pc:spChg chg="mod">
          <ac:chgData name="Johan Arwidmark" userId="41faf43e-2386-4b48-b88c-40dff49dec6b" providerId="ADAL" clId="{6D5CCED4-6EFD-4419-91CD-C47217534A37}" dt="2026-05-04T01:06:22.596" v="664" actId="20577"/>
          <ac:spMkLst>
            <pc:docMk/>
            <pc:sldMk cId="2005189800" sldId="2076136361"/>
            <ac:spMk id="2" creationId="{3245998B-F017-7A57-C82A-6FCE56038DF7}"/>
          </ac:spMkLst>
        </pc:spChg>
      </pc:sldChg>
      <pc:sldChg chg="add del">
        <pc:chgData name="Johan Arwidmark" userId="41faf43e-2386-4b48-b88c-40dff49dec6b" providerId="ADAL" clId="{6D5CCED4-6EFD-4419-91CD-C47217534A37}" dt="2026-05-04T01:09:57.651" v="711" actId="47"/>
        <pc:sldMkLst>
          <pc:docMk/>
          <pc:sldMk cId="2459445673" sldId="2076136362"/>
        </pc:sldMkLst>
      </pc:sldChg>
      <pc:sldChg chg="modSp add mod">
        <pc:chgData name="Johan Arwidmark" userId="41faf43e-2386-4b48-b88c-40dff49dec6b" providerId="ADAL" clId="{6D5CCED4-6EFD-4419-91CD-C47217534A37}" dt="2026-05-04T01:10:21.713" v="743" actId="20577"/>
        <pc:sldMkLst>
          <pc:docMk/>
          <pc:sldMk cId="2732465637" sldId="2076136362"/>
        </pc:sldMkLst>
        <pc:spChg chg="mod">
          <ac:chgData name="Johan Arwidmark" userId="41faf43e-2386-4b48-b88c-40dff49dec6b" providerId="ADAL" clId="{6D5CCED4-6EFD-4419-91CD-C47217534A37}" dt="2026-05-04T01:10:21.713" v="743" actId="20577"/>
          <ac:spMkLst>
            <pc:docMk/>
            <pc:sldMk cId="2732465637" sldId="2076136362"/>
            <ac:spMk id="2" creationId="{E2A227EA-6F27-74A3-E54A-3951310F2947}"/>
          </ac:spMkLst>
        </pc:spChg>
      </pc:sldChg>
      <pc:sldChg chg="modSp add mod ord">
        <pc:chgData name="Johan Arwidmark" userId="41faf43e-2386-4b48-b88c-40dff49dec6b" providerId="ADAL" clId="{6D5CCED4-6EFD-4419-91CD-C47217534A37}" dt="2026-05-04T01:11:30.259" v="765" actId="20577"/>
        <pc:sldMkLst>
          <pc:docMk/>
          <pc:sldMk cId="2651767714" sldId="2076136363"/>
        </pc:sldMkLst>
        <pc:spChg chg="mod">
          <ac:chgData name="Johan Arwidmark" userId="41faf43e-2386-4b48-b88c-40dff49dec6b" providerId="ADAL" clId="{6D5CCED4-6EFD-4419-91CD-C47217534A37}" dt="2026-05-04T01:11:30.259" v="765" actId="20577"/>
          <ac:spMkLst>
            <pc:docMk/>
            <pc:sldMk cId="2651767714" sldId="2076136363"/>
            <ac:spMk id="2" creationId="{1F0A64DD-26F5-11CD-B4AA-885F3799F712}"/>
          </ac:spMkLst>
        </pc:spChg>
      </pc:sldChg>
    </pc:docChg>
  </pc:docChgLst>
  <pc:docChgLst>
    <pc:chgData name="Andrew Johnson" userId="6992c30f-f20f-42ce-bba5-fa61058d0188" providerId="ADAL" clId="{5EAF28B3-274B-42B1-B3E1-96F0514C738C}"/>
    <pc:docChg chg="undo custSel addSld delSld modSld sldOrd modSection">
      <pc:chgData name="Andrew Johnson" userId="6992c30f-f20f-42ce-bba5-fa61058d0188" providerId="ADAL" clId="{5EAF28B3-274B-42B1-B3E1-96F0514C738C}" dt="2026-04-21T02:58:50.015" v="106" actId="20577"/>
      <pc:docMkLst>
        <pc:docMk/>
      </pc:docMkLst>
      <pc:sldChg chg="modSp mod">
        <pc:chgData name="Andrew Johnson" userId="6992c30f-f20f-42ce-bba5-fa61058d0188" providerId="ADAL" clId="{5EAF28B3-274B-42B1-B3E1-96F0514C738C}" dt="2026-04-21T02:51:38.379" v="65" actId="20577"/>
        <pc:sldMkLst>
          <pc:docMk/>
          <pc:sldMk cId="2696017340" sldId="363"/>
        </pc:sldMkLst>
        <pc:spChg chg="mod">
          <ac:chgData name="Andrew Johnson" userId="6992c30f-f20f-42ce-bba5-fa61058d0188" providerId="ADAL" clId="{5EAF28B3-274B-42B1-B3E1-96F0514C738C}" dt="2026-04-21T02:51:38.379" v="65" actId="20577"/>
          <ac:spMkLst>
            <pc:docMk/>
            <pc:sldMk cId="2696017340" sldId="363"/>
            <ac:spMk id="4" creationId="{4579A630-3145-0151-A4D5-35488C9E9987}"/>
          </ac:spMkLst>
        </pc:spChg>
      </pc:sldChg>
      <pc:sldChg chg="modSp add mod modClrScheme chgLayout">
        <pc:chgData name="Andrew Johnson" userId="6992c30f-f20f-42ce-bba5-fa61058d0188" providerId="ADAL" clId="{5EAF28B3-274B-42B1-B3E1-96F0514C738C}" dt="2026-04-21T02:58:50.015" v="106" actId="20577"/>
        <pc:sldMkLst>
          <pc:docMk/>
          <pc:sldMk cId="3401449366" sldId="2076136326"/>
        </pc:sldMkLst>
        <pc:spChg chg="mod">
          <ac:chgData name="Andrew Johnson" userId="6992c30f-f20f-42ce-bba5-fa61058d0188" providerId="ADAL" clId="{5EAF28B3-274B-42B1-B3E1-96F0514C738C}" dt="2026-04-21T02:58:47.553" v="105" actId="20577"/>
          <ac:spMkLst>
            <pc:docMk/>
            <pc:sldMk cId="3401449366" sldId="2076136326"/>
            <ac:spMk id="2" creationId="{90DCD959-33E9-B0CB-1089-F80C56212037}"/>
          </ac:spMkLst>
        </pc:spChg>
        <pc:spChg chg="mod ord">
          <ac:chgData name="Andrew Johnson" userId="6992c30f-f20f-42ce-bba5-fa61058d0188" providerId="ADAL" clId="{5EAF28B3-274B-42B1-B3E1-96F0514C738C}" dt="2026-04-21T02:58:50.015" v="106" actId="20577"/>
          <ac:spMkLst>
            <pc:docMk/>
            <pc:sldMk cId="3401449366" sldId="2076136326"/>
            <ac:spMk id="7" creationId="{A4E8216A-AAB7-DCE5-0304-4DB7AF27B665}"/>
          </ac:spMkLst>
        </pc:spChg>
      </pc:sldChg>
      <pc:sldChg chg="modSp add mod modClrScheme chgLayout">
        <pc:chgData name="Andrew Johnson" userId="6992c30f-f20f-42ce-bba5-fa61058d0188" providerId="ADAL" clId="{5EAF28B3-274B-42B1-B3E1-96F0514C738C}" dt="2026-04-21T02:51:23.716" v="2" actId="700"/>
        <pc:sldMkLst>
          <pc:docMk/>
          <pc:sldMk cId="3727756822" sldId="2076136340"/>
        </pc:sldMkLst>
        <pc:spChg chg="mod ord">
          <ac:chgData name="Andrew Johnson" userId="6992c30f-f20f-42ce-bba5-fa61058d0188" providerId="ADAL" clId="{5EAF28B3-274B-42B1-B3E1-96F0514C738C}" dt="2026-04-21T02:51:23.716" v="2" actId="700"/>
          <ac:spMkLst>
            <pc:docMk/>
            <pc:sldMk cId="3727756822" sldId="2076136340"/>
            <ac:spMk id="2" creationId="{090B3F3E-4F98-5D3B-0223-144D0DD64092}"/>
          </ac:spMkLst>
        </pc:spChg>
        <pc:spChg chg="mod ord">
          <ac:chgData name="Andrew Johnson" userId="6992c30f-f20f-42ce-bba5-fa61058d0188" providerId="ADAL" clId="{5EAF28B3-274B-42B1-B3E1-96F0514C738C}" dt="2026-04-21T02:51:23.716" v="2" actId="700"/>
          <ac:spMkLst>
            <pc:docMk/>
            <pc:sldMk cId="3727756822" sldId="2076136340"/>
            <ac:spMk id="3" creationId="{D05CC75F-C0D2-D31B-4E10-A1E947F0ED0B}"/>
          </ac:spMkLst>
        </pc:spChg>
      </pc:sldChg>
      <pc:sldChg chg="modSp add mod ord modClrScheme chgLayout">
        <pc:chgData name="Andrew Johnson" userId="6992c30f-f20f-42ce-bba5-fa61058d0188" providerId="ADAL" clId="{5EAF28B3-274B-42B1-B3E1-96F0514C738C}" dt="2026-04-21T02:52:04.643" v="70" actId="700"/>
        <pc:sldMkLst>
          <pc:docMk/>
          <pc:sldMk cId="382955884" sldId="2076136351"/>
        </pc:sldMkLst>
        <pc:spChg chg="mod ord">
          <ac:chgData name="Andrew Johnson" userId="6992c30f-f20f-42ce-bba5-fa61058d0188" providerId="ADAL" clId="{5EAF28B3-274B-42B1-B3E1-96F0514C738C}" dt="2026-04-21T02:52:04.643" v="70" actId="700"/>
          <ac:spMkLst>
            <pc:docMk/>
            <pc:sldMk cId="382955884" sldId="2076136351"/>
            <ac:spMk id="2" creationId="{D6DF0F2D-EF3E-43C8-A21F-0C3AF2634021}"/>
          </ac:spMkLst>
        </pc:spChg>
        <pc:spChg chg="mod ord">
          <ac:chgData name="Andrew Johnson" userId="6992c30f-f20f-42ce-bba5-fa61058d0188" providerId="ADAL" clId="{5EAF28B3-274B-42B1-B3E1-96F0514C738C}" dt="2026-04-21T02:52:04.643" v="70" actId="700"/>
          <ac:spMkLst>
            <pc:docMk/>
            <pc:sldMk cId="382955884" sldId="2076136351"/>
            <ac:spMk id="3" creationId="{02DC081B-F334-4B8E-AA39-82B3C9A5141C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E479DD7-BEB9-FB69-F785-68848A40996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1EC562-ED04-0689-F45A-C2EBCD3AFE6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59BDEA-31B7-4DB6-C40F-9DED321F516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ADBB9A-3F38-44C9-81C4-CD9EE35AF0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3142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A120FF-361D-4ECE-96ED-7EC8F59F6100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36D5BE-0E21-4C42-A01B-7A929B736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527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305F25-8C28-24FB-9361-A6CED41E4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DE1DF8-1562-3CD0-DF34-5AE62525A4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ECCBD1-B4EA-6F72-7E0E-7DFDD2609A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FA1F20-D4CA-F62D-538E-443FD01E9A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B05CAA-7DFD-4456-A943-C499583EE11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940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7CFD1-3932-3499-01A3-418160A20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6E5A03-2226-3BA1-787C-1C084764C7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C73FB5-6420-C564-6922-B456649515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BDF893-BA81-6486-35D5-59A544EE94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B05CAA-7DFD-4456-A943-C499583EE11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343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F58EC-E6BB-3DE5-C87C-7DC7D3E64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6FF57A-F841-C127-654E-3E028699B7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E05B8C-7C0E-D86E-0A85-A84FE9910E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78E9D6-7DCB-71DC-8C5E-787F5DFCFB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B05CAA-7DFD-4456-A943-C499583EE11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2175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113C10-1B97-36A7-FEC3-CBE5A9E95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0536AA-DD6D-E63D-769F-BF32183DF1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FFFC3A-ECBE-211C-703C-0E03EBB304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21DE88-3F8D-D721-F2EA-6CAA6675FB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B05CAA-7DFD-4456-A943-C499583EE11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5831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90125-BBCD-59A4-B214-4CB5D95B7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1DE10C-F512-4DA6-7BE9-72C6265CAB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117949-F2C6-E710-34D2-CA3C3EC053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4D22DB-2667-6E38-D5FA-FC98124C1C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B05CAA-7DFD-4456-A943-C499583EE11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9817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CD9AF7-0BDB-50CD-AD5B-FDA45D2E0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BB86F2-FEEB-388D-5B35-8987806B27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F23F81-FC74-7BF1-BDC8-51F53E4A2D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2CA199-B111-3F62-12A8-5AC760E638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B05CAA-7DFD-4456-A943-C499583EE11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30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3120DF-A2C5-3B4B-3BC6-6EEACA1DD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8572AA-EB11-0CDA-7253-F070DFC6B0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C77E78-9CB8-93E6-A7CA-0ACE615238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25E63F-8EA1-1F43-1BDE-1E164269DB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B05CAA-7DFD-4456-A943-C499583EE11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0371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13" Type="http://schemas.openxmlformats.org/officeDocument/2006/relationships/image" Target="../media/image25.png"/><Relationship Id="rId18" Type="http://schemas.openxmlformats.org/officeDocument/2006/relationships/image" Target="../media/image29.png"/><Relationship Id="rId3" Type="http://schemas.openxmlformats.org/officeDocument/2006/relationships/image" Target="../media/image8.png"/><Relationship Id="rId7" Type="http://schemas.openxmlformats.org/officeDocument/2006/relationships/image" Target="../media/image19.png"/><Relationship Id="rId12" Type="http://schemas.openxmlformats.org/officeDocument/2006/relationships/image" Target="../media/image24.svg"/><Relationship Id="rId17" Type="http://schemas.openxmlformats.org/officeDocument/2006/relationships/image" Target="../media/image28.png"/><Relationship Id="rId2" Type="http://schemas.openxmlformats.org/officeDocument/2006/relationships/image" Target="../media/image15.svg"/><Relationship Id="rId16" Type="http://schemas.openxmlformats.org/officeDocument/2006/relationships/image" Target="../media/image2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5" Type="http://schemas.microsoft.com/office/2007/relationships/hdphoto" Target="../media/hdphoto1.wdp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26.pn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32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3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2.sv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2.sv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2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sv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2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sv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2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sv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2.sv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2.sv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2.sv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34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8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13" Type="http://schemas.openxmlformats.org/officeDocument/2006/relationships/image" Target="../media/image25.png"/><Relationship Id="rId18" Type="http://schemas.openxmlformats.org/officeDocument/2006/relationships/image" Target="../media/image29.png"/><Relationship Id="rId3" Type="http://schemas.openxmlformats.org/officeDocument/2006/relationships/image" Target="../media/image8.png"/><Relationship Id="rId7" Type="http://schemas.openxmlformats.org/officeDocument/2006/relationships/image" Target="../media/image19.png"/><Relationship Id="rId12" Type="http://schemas.openxmlformats.org/officeDocument/2006/relationships/image" Target="../media/image24.svg"/><Relationship Id="rId17" Type="http://schemas.openxmlformats.org/officeDocument/2006/relationships/image" Target="../media/image28.png"/><Relationship Id="rId2" Type="http://schemas.openxmlformats.org/officeDocument/2006/relationships/image" Target="../media/image15.svg"/><Relationship Id="rId16" Type="http://schemas.openxmlformats.org/officeDocument/2006/relationships/image" Target="../media/image27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5" Type="http://schemas.microsoft.com/office/2007/relationships/hdphoto" Target="../media/hdphoto1.wdp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2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8B2AB-1AF2-C3EC-A0DA-7900482B48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682"/>
            <a:ext cx="9144000" cy="2306637"/>
          </a:xfrm>
        </p:spPr>
        <p:txBody>
          <a:bodyPr anchor="b"/>
          <a:lstStyle>
            <a:lvl1pPr algn="ctr">
              <a:defRPr sz="6000">
                <a:latin typeface="Aptos Display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AC045E-7E31-838B-3E84-BF7CAB2CBC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490281"/>
            <a:ext cx="9144000" cy="1420237"/>
          </a:xfrm>
        </p:spPr>
        <p:txBody>
          <a:bodyPr/>
          <a:lstStyle>
            <a:lvl1pPr marL="0" indent="0" algn="ctr">
              <a:buNone/>
              <a:defRPr sz="2400">
                <a:latin typeface="Aptos" panose="020B00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C1C6F0CE-A001-978A-D698-EB6C97BB9BA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5720" y="2310319"/>
            <a:ext cx="12298680" cy="734379"/>
          </a:xfrm>
          <a:prstGeom prst="rect">
            <a:avLst/>
          </a:prstGeom>
        </p:spPr>
      </p:pic>
      <p:pic>
        <p:nvPicPr>
          <p:cNvPr id="11" name="Picture 10" descr="A red and black logo&#10;&#10;Description automatically generated">
            <a:extLst>
              <a:ext uri="{FF2B5EF4-FFF2-40B4-BE49-F238E27FC236}">
                <a16:creationId xmlns:a16="http://schemas.microsoft.com/office/drawing/2014/main" id="{29BE2BE2-9E00-CB03-72C1-FF931FB7228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81552" y="3910518"/>
            <a:ext cx="4998416" cy="2858572"/>
          </a:xfrm>
          <a:prstGeom prst="rect">
            <a:avLst/>
          </a:prstGeom>
          <a:noFill/>
          <a:effectLst>
            <a:glow rad="406400">
              <a:schemeClr val="tx1">
                <a:alpha val="43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3891636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s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0F2FDBB-FB45-8FD2-5F71-DB342D59755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396859" y="1581880"/>
            <a:ext cx="2703513" cy="2538413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B765F7A9-F279-484D-0F3B-4BB46B514D6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114594" y="1579653"/>
            <a:ext cx="2703513" cy="2538413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F6FE98B-7FAF-CBE0-DE78-7629C4DAC585}"/>
              </a:ext>
            </a:extLst>
          </p:cNvPr>
          <p:cNvSpPr/>
          <p:nvPr userDrawn="1"/>
        </p:nvSpPr>
        <p:spPr>
          <a:xfrm>
            <a:off x="4047202" y="195263"/>
            <a:ext cx="4097597" cy="1200329"/>
          </a:xfrm>
          <a:prstGeom prst="rect">
            <a:avLst/>
          </a:prstGeom>
          <a:noFill/>
        </p:spPr>
        <p:txBody>
          <a:bodyPr vert="horz" wrap="none" lIns="91440" tIns="45720" rIns="91440" bIns="45720">
            <a:spAutoFit/>
          </a:bodyPr>
          <a:lstStyle/>
          <a:p>
            <a:pPr algn="ctr"/>
            <a:r>
              <a:rPr lang="en-US" sz="7200" b="1" u="none" cap="none" spc="0" baseline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Speakers</a:t>
            </a:r>
          </a:p>
        </p:txBody>
      </p:sp>
      <p:pic>
        <p:nvPicPr>
          <p:cNvPr id="11" name="Graphic 10" descr="Radio microphone with solid fill">
            <a:extLst>
              <a:ext uri="{FF2B5EF4-FFF2-40B4-BE49-F238E27FC236}">
                <a16:creationId xmlns:a16="http://schemas.microsoft.com/office/drawing/2014/main" id="{081F717A-90EF-F96A-D83B-54E6307A315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59804" y="338227"/>
            <a:ext cx="914400" cy="914400"/>
          </a:xfrm>
          <a:prstGeom prst="rect">
            <a:avLst/>
          </a:prstGeom>
        </p:spPr>
      </p:pic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2E8946D3-04F0-0641-9424-10E785AD73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39693" y="4206239"/>
            <a:ext cx="4572000" cy="457200"/>
          </a:xfrm>
        </p:spPr>
        <p:txBody>
          <a:bodyPr/>
          <a:lstStyle>
            <a:lvl1pPr marL="0" indent="0" algn="ctr">
              <a:buFontTx/>
              <a:buNone/>
              <a:defRPr sz="2400" b="1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Speaker 1 Name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4E852539-A3B0-BF16-FE8E-4CC8EFF8ACE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68867" y="4206239"/>
            <a:ext cx="4572000" cy="457200"/>
          </a:xfrm>
        </p:spPr>
        <p:txBody>
          <a:bodyPr/>
          <a:lstStyle>
            <a:lvl1pPr marL="0" indent="0" algn="ctr">
              <a:buFontTx/>
              <a:buNone/>
              <a:defRPr sz="2400" b="1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Speaker 2 Name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F8B8F0D3-A682-04D8-7E0B-F26D56163FA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39693" y="5303520"/>
            <a:ext cx="4572000" cy="9144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24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Speaker 1 contact info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A3D27F1E-071E-F20C-9FA4-6FF3260A111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80307" y="5303520"/>
            <a:ext cx="4572000" cy="914400"/>
          </a:xfrm>
        </p:spPr>
        <p:txBody>
          <a:bodyPr/>
          <a:lstStyle>
            <a:lvl1pPr marL="0" indent="0" algn="ctr">
              <a:buFontTx/>
              <a:buNone/>
              <a:defRPr sz="24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Speaker 2 contact info</a:t>
            </a:r>
          </a:p>
        </p:txBody>
      </p:sp>
      <p:sp>
        <p:nvSpPr>
          <p:cNvPr id="21" name="Text Placeholder 16">
            <a:extLst>
              <a:ext uri="{FF2B5EF4-FFF2-40B4-BE49-F238E27FC236}">
                <a16:creationId xmlns:a16="http://schemas.microsoft.com/office/drawing/2014/main" id="{725C257A-1E0B-90CB-FDAB-F164B5FB84B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39693" y="4754880"/>
            <a:ext cx="4572000" cy="4572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24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Speaker 1 info</a:t>
            </a:r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F028274B-3D73-8DB7-57F5-8758A576159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80350" y="4754880"/>
            <a:ext cx="4572000" cy="4572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24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Speaker 2 info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E3E2B6C-976C-B840-C89F-B4F3065660F9}"/>
              </a:ext>
            </a:extLst>
          </p:cNvPr>
          <p:cNvSpPr/>
          <p:nvPr userDrawn="1"/>
        </p:nvSpPr>
        <p:spPr>
          <a:xfrm>
            <a:off x="2286669" y="6401767"/>
            <a:ext cx="7618661" cy="25938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0" cap="none" spc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Can’t see our slides? Can’t hear? Need to repeat the question? Call us out!</a:t>
            </a:r>
          </a:p>
        </p:txBody>
      </p:sp>
      <p:pic>
        <p:nvPicPr>
          <p:cNvPr id="7" name="MMS" descr="A red and black logo&#10;&#10;Description automatically generated">
            <a:extLst>
              <a:ext uri="{FF2B5EF4-FFF2-40B4-BE49-F238E27FC236}">
                <a16:creationId xmlns:a16="http://schemas.microsoft.com/office/drawing/2014/main" id="{043E37BF-9604-7220-A931-A7BC5D053E6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" y="6245352"/>
            <a:ext cx="1071259" cy="612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8939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F2B3F-34C9-5D81-3C0A-03B2A2A13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A0340-D9A2-712E-B180-0639532538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MMS" descr="MMS Logo">
            <a:extLst>
              <a:ext uri="{FF2B5EF4-FFF2-40B4-BE49-F238E27FC236}">
                <a16:creationId xmlns:a16="http://schemas.microsoft.com/office/drawing/2014/main" id="{B20E1BA0-F24A-EC19-2D43-C2AEF38D6F0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6220684"/>
            <a:ext cx="1069571" cy="612648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13F5F04C-5E3E-333C-217E-CEBF980C8D1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4669" y="1258200"/>
            <a:ext cx="12264227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940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65EE4-0A4A-2B2C-119B-2F341C139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11DF5D-CB3B-BA76-1722-DD0D7E7805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A94F116-969A-0346-AE10-98CF6F785B0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245352"/>
            <a:ext cx="1069571" cy="612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195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emo Header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65EE4-0A4A-2B2C-119B-2F341C139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4408" y="1700011"/>
            <a:ext cx="7933041" cy="2852737"/>
          </a:xfrm>
        </p:spPr>
        <p:txBody>
          <a:bodyPr anchor="b"/>
          <a:lstStyle>
            <a:lvl1pPr>
              <a:defRPr sz="6000"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11DF5D-CB3B-BA76-1722-DD0D7E7805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14408" y="4579736"/>
            <a:ext cx="7933041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A94F116-969A-0346-AE10-98CF6F785B0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829" y="5943600"/>
            <a:ext cx="1596375" cy="9144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EF6BDD6-65D1-E9C5-ACC8-28AEF699CDAA}"/>
              </a:ext>
            </a:extLst>
          </p:cNvPr>
          <p:cNvSpPr/>
          <p:nvPr userDrawn="1"/>
        </p:nvSpPr>
        <p:spPr>
          <a:xfrm>
            <a:off x="1173627" y="1986560"/>
            <a:ext cx="1661993" cy="3585277"/>
          </a:xfrm>
          <a:prstGeom prst="rect">
            <a:avLst/>
          </a:prstGeom>
          <a:noFill/>
        </p:spPr>
        <p:txBody>
          <a:bodyPr vert="vert270" wrap="none" lIns="91440" tIns="45720" rIns="91440" bIns="45720">
            <a:spAutoFit/>
          </a:bodyPr>
          <a:lstStyle/>
          <a:p>
            <a:pPr algn="ctr"/>
            <a:r>
              <a:rPr lang="en-US" sz="9600" b="1" u="none" cap="none" spc="0" baseline="0">
                <a:ln w="0"/>
                <a:solidFill>
                  <a:schemeClr val="bg1">
                    <a:lumMod val="85000"/>
                    <a:alpha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1602785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2CA98-158E-037A-C94E-E38DC5348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DAACDB-B0A5-F82A-E06F-F66C4B0C2D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98060"/>
            <a:ext cx="5181600" cy="4678903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BF707E-1F23-C8BE-85CC-91A13D768C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98060"/>
            <a:ext cx="5181600" cy="4678903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Picture 7" descr="MMS Logo">
            <a:extLst>
              <a:ext uri="{FF2B5EF4-FFF2-40B4-BE49-F238E27FC236}">
                <a16:creationId xmlns:a16="http://schemas.microsoft.com/office/drawing/2014/main" id="{2A1EA3AB-2287-A909-3F79-BFFF9117BFC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012" y="5943600"/>
            <a:ext cx="1596375" cy="9144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004620A-8B56-621C-CE78-C55792A93B3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5560" y="1258200"/>
            <a:ext cx="12273280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881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43FC6-9D49-7EE7-65B3-940E59809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795528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8AD4CF-A6B7-AD69-E2EF-D5CF1E53C0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515787"/>
            <a:ext cx="5157787" cy="485239"/>
          </a:xfrm>
        </p:spPr>
        <p:txBody>
          <a:bodyPr anchor="b"/>
          <a:lstStyle>
            <a:lvl1pPr marL="0" indent="0">
              <a:buNone/>
              <a:defRPr sz="2400" b="1">
                <a:latin typeface="Aptos" panose="020B00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D8C1A2-5CFB-9DDA-598C-3D6E4DB535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091448"/>
            <a:ext cx="5157787" cy="4098216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D7FFAF-6DE1-D7D2-9D0C-7DA4C93200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515787"/>
            <a:ext cx="5183188" cy="485239"/>
          </a:xfrm>
        </p:spPr>
        <p:txBody>
          <a:bodyPr anchor="b"/>
          <a:lstStyle>
            <a:lvl1pPr marL="0" indent="0">
              <a:buNone/>
              <a:defRPr sz="2400" b="1">
                <a:latin typeface="Aptos" panose="020B00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2BCB2A-881F-6F25-A415-DE218744AF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091448"/>
            <a:ext cx="5183188" cy="4098216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 descr="MMS Logo">
            <a:extLst>
              <a:ext uri="{FF2B5EF4-FFF2-40B4-BE49-F238E27FC236}">
                <a16:creationId xmlns:a16="http://schemas.microsoft.com/office/drawing/2014/main" id="{A3D86560-F6A7-2176-B497-5661E33D251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5625" y="5930596"/>
            <a:ext cx="1596375" cy="9144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21359E03-5C70-33E3-CD0F-EA5EAB2271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5560" y="1258200"/>
            <a:ext cx="12268200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888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19ACD-72B3-1EDF-3267-2C3F86B84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6" name="Picture 5" descr="MMS Logo">
            <a:extLst>
              <a:ext uri="{FF2B5EF4-FFF2-40B4-BE49-F238E27FC236}">
                <a16:creationId xmlns:a16="http://schemas.microsoft.com/office/drawing/2014/main" id="{58B90811-A51E-65F2-5CD6-98D6CF98110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5625" y="5930596"/>
            <a:ext cx="1596375" cy="9144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42E1CD3F-6E26-737A-C882-D9F7FE0E9F3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40640" y="1258200"/>
            <a:ext cx="12273280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661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874FAA7-EB4D-5A79-909E-CB927AFCC6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5625" y="5930596"/>
            <a:ext cx="15963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621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B3096-6483-1CC6-4263-E4B2B2BA6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31DBF5-0D97-AF7D-8580-655BDCEA96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latin typeface="Aptos" panose="020B0004020202020204" pitchFamily="34" charset="0"/>
              </a:defRPr>
            </a:lvl1pPr>
            <a:lvl2pPr>
              <a:defRPr sz="2800">
                <a:latin typeface="Aptos" panose="020B0004020202020204" pitchFamily="34" charset="0"/>
              </a:defRPr>
            </a:lvl2pPr>
            <a:lvl3pPr>
              <a:defRPr sz="2400">
                <a:latin typeface="Aptos" panose="020B0004020202020204" pitchFamily="34" charset="0"/>
              </a:defRPr>
            </a:lvl3pPr>
            <a:lvl4pPr>
              <a:defRPr sz="2000">
                <a:latin typeface="Aptos" panose="020B0004020202020204" pitchFamily="34" charset="0"/>
              </a:defRPr>
            </a:lvl4pPr>
            <a:lvl5pPr>
              <a:defRPr sz="2000">
                <a:latin typeface="Aptos" panose="020B00040202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CF4BF5-B720-F392-649B-33EED0985E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Aptos" panose="020B00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MMS Logo">
            <a:extLst>
              <a:ext uri="{FF2B5EF4-FFF2-40B4-BE49-F238E27FC236}">
                <a16:creationId xmlns:a16="http://schemas.microsoft.com/office/drawing/2014/main" id="{871BDB1C-D88C-7CC2-5D66-47039F15389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8391" y="5958516"/>
            <a:ext cx="15963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7040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4D4F0-46DF-66A6-26A5-6711090CE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114DA3-16F3-B40E-F37B-43106F3CF9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latin typeface="Aptos" panose="020B00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123AD4-4C10-E69E-AE5E-B65F2FA789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Aptos" panose="020B00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MMS Logo">
            <a:extLst>
              <a:ext uri="{FF2B5EF4-FFF2-40B4-BE49-F238E27FC236}">
                <a16:creationId xmlns:a16="http://schemas.microsoft.com/office/drawing/2014/main" id="{BEAC8699-2117-4549-6791-6D861DDBC83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600" y="5943600"/>
            <a:ext cx="15963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0128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shing Sessions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DE2D7D29-7C84-65CA-6C03-C23E75B3244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0640" y="1258200"/>
            <a:ext cx="12273280" cy="64527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9A8AAFD-A5FA-28E3-45D7-D91548749E63}"/>
              </a:ext>
            </a:extLst>
          </p:cNvPr>
          <p:cNvSpPr txBox="1"/>
          <p:nvPr userDrawn="1"/>
        </p:nvSpPr>
        <p:spPr>
          <a:xfrm>
            <a:off x="838200" y="1573109"/>
            <a:ext cx="1051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bg1"/>
                </a:solidFill>
                <a:latin typeface="Aptos" panose="020B0004020202020204" pitchFamily="34" charset="0"/>
              </a:rPr>
              <a:t>Be sure to find Wally and sign up for 1:1 time with a speaker</a:t>
            </a:r>
          </a:p>
          <a:p>
            <a:r>
              <a:rPr lang="en-US" sz="2400" b="1">
                <a:solidFill>
                  <a:schemeClr val="bg1"/>
                </a:solidFill>
                <a:latin typeface="Aptos" panose="020B0004020202020204" pitchFamily="34" charset="0"/>
              </a:rPr>
              <a:t>If you'd like to "catch" us for a session, we are scheduled as follows:</a:t>
            </a:r>
            <a:endParaRPr lang="en-US" b="1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73C569-B7C9-FDB7-19D5-EC55A66F5A3E}"/>
              </a:ext>
            </a:extLst>
          </p:cNvPr>
          <p:cNvSpPr txBox="1"/>
          <p:nvPr userDrawn="1"/>
        </p:nvSpPr>
        <p:spPr>
          <a:xfrm>
            <a:off x="838200" y="6063492"/>
            <a:ext cx="1051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b="1">
                <a:solidFill>
                  <a:schemeClr val="bg1"/>
                </a:solidFill>
                <a:latin typeface="Aptos" panose="020B0004020202020204" pitchFamily="34" charset="0"/>
              </a:rPr>
              <a:t>Don't forget to leave feedback for your speakers!</a:t>
            </a:r>
          </a:p>
        </p:txBody>
      </p:sp>
      <p:pic>
        <p:nvPicPr>
          <p:cNvPr id="7" name="Picture 6" descr="MMS Logo">
            <a:extLst>
              <a:ext uri="{FF2B5EF4-FFF2-40B4-BE49-F238E27FC236}">
                <a16:creationId xmlns:a16="http://schemas.microsoft.com/office/drawing/2014/main" id="{BC9A6E22-95AA-8F42-08D4-0DFD93E2EF5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600" y="5943600"/>
            <a:ext cx="1596375" cy="9144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37802D0-972C-1B48-9997-0F792E49CA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2514827"/>
            <a:ext cx="6278563" cy="325755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Enter Session Times Here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15EFDD-BD4E-7F02-7FFC-7ADB7A8A9F2B}"/>
              </a:ext>
            </a:extLst>
          </p:cNvPr>
          <p:cNvSpPr txBox="1"/>
          <p:nvPr userDrawn="1"/>
        </p:nvSpPr>
        <p:spPr>
          <a:xfrm>
            <a:off x="838199" y="244262"/>
            <a:ext cx="105156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>
                <a:solidFill>
                  <a:schemeClr val="bg1"/>
                </a:solidFill>
                <a:latin typeface="Aptos" panose="020B0004020202020204" pitchFamily="34" charset="0"/>
              </a:rPr>
              <a:t>Fishing Sessions</a:t>
            </a:r>
          </a:p>
        </p:txBody>
      </p:sp>
    </p:spTree>
    <p:extLst>
      <p:ext uri="{BB962C8B-B14F-4D97-AF65-F5344CB8AC3E}">
        <p14:creationId xmlns:p14="http://schemas.microsoft.com/office/powerpoint/2010/main" val="7894247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ve the Dates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MMS MOA">
            <a:extLst>
              <a:ext uri="{FF2B5EF4-FFF2-40B4-BE49-F238E27FC236}">
                <a16:creationId xmlns:a16="http://schemas.microsoft.com/office/drawing/2014/main" id="{9CE8F994-3F43-B6B2-27DC-2BA65CDAD3E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36424" y="2075955"/>
            <a:ext cx="2971800" cy="2980355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0828A95-6D43-E388-3D4E-E5117E2A09F8}"/>
              </a:ext>
            </a:extLst>
          </p:cNvPr>
          <p:cNvSpPr txBox="1"/>
          <p:nvPr userDrawn="1"/>
        </p:nvSpPr>
        <p:spPr>
          <a:xfrm>
            <a:off x="402199" y="1431135"/>
            <a:ext cx="29732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>
                <a:solidFill>
                  <a:schemeClr val="bg1"/>
                </a:solidFill>
                <a:latin typeface="Aptos" panose="020B0004020202020204" pitchFamily="34" charset="0"/>
              </a:rPr>
              <a:t>Oct 25-28, 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F11CDB-CD01-841A-69AB-B3D3A5872802}"/>
              </a:ext>
            </a:extLst>
          </p:cNvPr>
          <p:cNvSpPr txBox="1"/>
          <p:nvPr userDrawn="1"/>
        </p:nvSpPr>
        <p:spPr>
          <a:xfrm>
            <a:off x="8849846" y="1431135"/>
            <a:ext cx="295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>
                <a:solidFill>
                  <a:schemeClr val="bg1"/>
                </a:solidFill>
                <a:latin typeface="Aptos" panose="020B0004020202020204" pitchFamily="34" charset="0"/>
              </a:rPr>
              <a:t>Oct 10-13, 2027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699D8C-C70E-FE1E-2A0F-D2D47884EE8D}"/>
              </a:ext>
            </a:extLst>
          </p:cNvPr>
          <p:cNvSpPr/>
          <p:nvPr userDrawn="1"/>
        </p:nvSpPr>
        <p:spPr>
          <a:xfrm>
            <a:off x="2535992" y="230806"/>
            <a:ext cx="7120026" cy="1200329"/>
          </a:xfrm>
          <a:prstGeom prst="rect">
            <a:avLst/>
          </a:prstGeom>
          <a:noFill/>
        </p:spPr>
        <p:txBody>
          <a:bodyPr vert="horz" wrap="none" lIns="91440" tIns="45720" rIns="91440" bIns="45720">
            <a:spAutoFit/>
          </a:bodyPr>
          <a:lstStyle/>
          <a:p>
            <a:pPr algn="ctr"/>
            <a:r>
              <a:rPr lang="en-US" sz="7200" b="1" u="none" cap="none" spc="0" baseline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SAVE THE DATES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07CC49-AA2C-0E73-1A86-E77BA5C7526E}"/>
              </a:ext>
            </a:extLst>
          </p:cNvPr>
          <p:cNvSpPr txBox="1"/>
          <p:nvPr userDrawn="1"/>
        </p:nvSpPr>
        <p:spPr>
          <a:xfrm>
            <a:off x="4636424" y="1431135"/>
            <a:ext cx="295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>
                <a:solidFill>
                  <a:schemeClr val="bg1"/>
                </a:solidFill>
                <a:latin typeface="Aptos" panose="020B0004020202020204" pitchFamily="34" charset="0"/>
              </a:rPr>
              <a:t>May 2-6, 2027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2C30B63-D045-B0E6-1A84-9D5B143DDE3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0674" y="2091583"/>
            <a:ext cx="2964728" cy="2964728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pic>
        <p:nvPicPr>
          <p:cNvPr id="13" name="Picture 12" descr="A black guitar with red text&#10;&#10;AI-generated content may be incorrect.">
            <a:extLst>
              <a:ext uri="{FF2B5EF4-FFF2-40B4-BE49-F238E27FC236}">
                <a16:creationId xmlns:a16="http://schemas.microsoft.com/office/drawing/2014/main" id="{424A81D4-437A-CD95-6B7C-A4349A47DD2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9247" y="2075956"/>
            <a:ext cx="2980355" cy="2980355"/>
          </a:xfrm>
          <a:prstGeom prst="rect">
            <a:avLst/>
          </a:prstGeom>
          <a:ln w="28575">
            <a:solidFill>
              <a:schemeClr val="bg1">
                <a:lumMod val="9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1265928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Q&amp;A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874FAA7-EB4D-5A79-909E-CB927AFCC6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93937" y="1390152"/>
            <a:ext cx="2743200" cy="157129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0141027-F066-B9AE-93FD-9C9448960CDB}"/>
              </a:ext>
            </a:extLst>
          </p:cNvPr>
          <p:cNvSpPr/>
          <p:nvPr userDrawn="1"/>
        </p:nvSpPr>
        <p:spPr>
          <a:xfrm>
            <a:off x="3062605" y="212625"/>
            <a:ext cx="6205866" cy="1200329"/>
          </a:xfrm>
          <a:prstGeom prst="rect">
            <a:avLst/>
          </a:prstGeom>
          <a:noFill/>
        </p:spPr>
        <p:txBody>
          <a:bodyPr vert="horz" wrap="none" lIns="91440" tIns="45720" rIns="91440" bIns="45720">
            <a:spAutoFit/>
          </a:bodyPr>
          <a:lstStyle/>
          <a:p>
            <a:pPr algn="ctr"/>
            <a:r>
              <a:rPr lang="en-US" sz="7200" b="1" u="none" cap="none" spc="0" baseline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Extended Q&amp;A</a:t>
            </a:r>
          </a:p>
        </p:txBody>
      </p:sp>
      <p:pic>
        <p:nvPicPr>
          <p:cNvPr id="11" name="Picture 10" descr="Patch My PC">
            <a:extLst>
              <a:ext uri="{FF2B5EF4-FFF2-40B4-BE49-F238E27FC236}">
                <a16:creationId xmlns:a16="http://schemas.microsoft.com/office/drawing/2014/main" id="{F837D305-2B1E-D93E-4951-99C287BF88B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7628" y="4135460"/>
            <a:ext cx="1258699" cy="914400"/>
          </a:xfrm>
          <a:prstGeom prst="rect">
            <a:avLst/>
          </a:prstGeom>
        </p:spPr>
      </p:pic>
      <p:pic>
        <p:nvPicPr>
          <p:cNvPr id="9" name="Picture 8" descr="A black and white logo&#10;&#10;Description automatically generated with low confidence">
            <a:extLst>
              <a:ext uri="{FF2B5EF4-FFF2-40B4-BE49-F238E27FC236}">
                <a16:creationId xmlns:a16="http://schemas.microsoft.com/office/drawing/2014/main" id="{9152F94A-4D91-121D-CEB4-524094EE7D95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64852" y="4226900"/>
            <a:ext cx="731520" cy="731520"/>
          </a:xfrm>
          <a:prstGeom prst="rect">
            <a:avLst/>
          </a:prstGeom>
        </p:spPr>
      </p:pic>
      <p:pic>
        <p:nvPicPr>
          <p:cNvPr id="13" name="Picture 12" descr="A grey rectangle with white and blue text&#10;&#10;Description automatically generated">
            <a:extLst>
              <a:ext uri="{FF2B5EF4-FFF2-40B4-BE49-F238E27FC236}">
                <a16:creationId xmlns:a16="http://schemas.microsoft.com/office/drawing/2014/main" id="{27436F92-854C-BEE9-ECD2-98D939DF1B93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5176" y="5249533"/>
            <a:ext cx="1188721" cy="457200"/>
          </a:xfrm>
          <a:prstGeom prst="rect">
            <a:avLst/>
          </a:prstGeom>
        </p:spPr>
      </p:pic>
      <p:pic>
        <p:nvPicPr>
          <p:cNvPr id="29" name="Picture 28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75392E0A-C0E2-C291-444E-C2565C6FA049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6251" y="6167385"/>
            <a:ext cx="901452" cy="410211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FFA7C4B9-2FE7-03A8-4C46-F9FB648245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08004" y="6348996"/>
            <a:ext cx="1503922" cy="2286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04D6873-2AA5-65D0-992F-5D0CA23B99B8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2255" y="6368384"/>
            <a:ext cx="1554480" cy="20921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CB20B0E-D4F5-70E8-7B88-CD98C80D632A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0909" y="4306910"/>
            <a:ext cx="1554480" cy="60523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697EBA7-C89E-96EE-4748-7F907F81D9A5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7703" y="5355030"/>
            <a:ext cx="1554480" cy="270344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20F4E334-22B5-F189-E4F0-E59467F9F9B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060619" y="4384263"/>
            <a:ext cx="1554480" cy="38862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E5F552A-9761-3A6C-8290-61044C88A9CD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5502" y="4409266"/>
            <a:ext cx="1554480" cy="366787"/>
          </a:xfrm>
          <a:prstGeom prst="rect">
            <a:avLst/>
          </a:prstGeom>
        </p:spPr>
      </p:pic>
      <p:pic>
        <p:nvPicPr>
          <p:cNvPr id="25" name="Picture 24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059AA4FF-6CFA-B105-B54C-8D9B21CA931B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saturation sat="0"/>
                    </a14:imgEffect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06890" y="5315255"/>
            <a:ext cx="1554480" cy="310119"/>
          </a:xfrm>
          <a:prstGeom prst="rect">
            <a:avLst/>
          </a:prstGeom>
        </p:spPr>
      </p:pic>
      <p:pic>
        <p:nvPicPr>
          <p:cNvPr id="26" name="Picture 25" descr="A white letters on a black background&#10;&#10;AI-generated content may be incorrect.">
            <a:extLst>
              <a:ext uri="{FF2B5EF4-FFF2-40B4-BE49-F238E27FC236}">
                <a16:creationId xmlns:a16="http://schemas.microsoft.com/office/drawing/2014/main" id="{22BA2D5A-399C-36FF-E065-28AF7C39D808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8964363" y="5326622"/>
            <a:ext cx="1554480" cy="321259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92CA8F16-E2DC-59EF-D489-4FC3AB2CC38D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8972" y="5846076"/>
            <a:ext cx="532014" cy="73152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CDA09CD3-5E5E-7480-F81F-B86933B9DC69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3196" y="6163652"/>
            <a:ext cx="1463040" cy="413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0197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4638"/>
            <a:ext cx="10566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7CB97365-EBCA-4027-87D5-99FC1D4DF0BB}" type="datetimeFigureOut">
              <a:rPr lang="en-US" smtClean="0"/>
              <a:pPr eaLnBrk="1" latinLnBrk="0" hangingPunct="1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69E29E33-B620-47F9-BB04-8846C2A5AFCC}" type="slidenum">
              <a:rPr kumimoji="0" lang="en-US" smtClean="0"/>
              <a:pPr eaLnBrk="1" latinLnBrk="0" hangingPunct="1"/>
              <a:t>‹#›</a:t>
            </a:fld>
            <a:endParaRPr kumimoji="0"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812800" y="1600200"/>
            <a:ext cx="10566400" cy="4114800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88688685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m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431" y="2467267"/>
            <a:ext cx="3340369" cy="2253221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00550" y="2798064"/>
            <a:ext cx="7181850" cy="1500187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99984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8B2AB-1AF2-C3EC-A0DA-7900482B48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682"/>
            <a:ext cx="9144000" cy="2306637"/>
          </a:xfrm>
        </p:spPr>
        <p:txBody>
          <a:bodyPr anchor="b"/>
          <a:lstStyle>
            <a:lvl1pPr algn="ctr"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AC045E-7E31-838B-3E84-BF7CAB2CBC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490281"/>
            <a:ext cx="9144000" cy="142023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C1C6F0CE-A001-978A-D698-EB6C97BB9BA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5720" y="2310319"/>
            <a:ext cx="12298680" cy="734379"/>
          </a:xfrm>
          <a:prstGeom prst="rect">
            <a:avLst/>
          </a:prstGeom>
        </p:spPr>
      </p:pic>
      <p:pic>
        <p:nvPicPr>
          <p:cNvPr id="11" name="Picture 10" descr="A red and black logo&#10;&#10;Description automatically generated">
            <a:extLst>
              <a:ext uri="{FF2B5EF4-FFF2-40B4-BE49-F238E27FC236}">
                <a16:creationId xmlns:a16="http://schemas.microsoft.com/office/drawing/2014/main" id="{29BE2BE2-9E00-CB03-72C1-FF931FB7228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81552" y="3910518"/>
            <a:ext cx="4998416" cy="2858572"/>
          </a:xfrm>
          <a:prstGeom prst="rect">
            <a:avLst/>
          </a:prstGeom>
          <a:noFill/>
          <a:effectLst>
            <a:glow rad="406400">
              <a:schemeClr val="tx1">
                <a:alpha val="43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406630525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s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0F2FDBB-FB45-8FD2-5F71-DB342D59755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396859" y="1581880"/>
            <a:ext cx="2703513" cy="253841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B765F7A9-F279-484D-0F3B-4BB46B514D6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114594" y="1579653"/>
            <a:ext cx="2703513" cy="253841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F6FE98B-7FAF-CBE0-DE78-7629C4DAC585}"/>
              </a:ext>
            </a:extLst>
          </p:cNvPr>
          <p:cNvSpPr/>
          <p:nvPr userDrawn="1"/>
        </p:nvSpPr>
        <p:spPr>
          <a:xfrm>
            <a:off x="4047202" y="195263"/>
            <a:ext cx="4097597" cy="1200329"/>
          </a:xfrm>
          <a:prstGeom prst="rect">
            <a:avLst/>
          </a:prstGeom>
          <a:noFill/>
        </p:spPr>
        <p:txBody>
          <a:bodyPr vert="horz" wrap="none" lIns="91440" tIns="45720" rIns="91440" bIns="45720">
            <a:spAutoFit/>
          </a:bodyPr>
          <a:lstStyle/>
          <a:p>
            <a:pPr algn="ctr"/>
            <a:r>
              <a:rPr lang="en-US" sz="7200" b="1" u="none" cap="none" spc="0" baseline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Speakers</a:t>
            </a:r>
          </a:p>
        </p:txBody>
      </p:sp>
      <p:pic>
        <p:nvPicPr>
          <p:cNvPr id="11" name="Graphic 10" descr="Radio microphone with solid fill">
            <a:extLst>
              <a:ext uri="{FF2B5EF4-FFF2-40B4-BE49-F238E27FC236}">
                <a16:creationId xmlns:a16="http://schemas.microsoft.com/office/drawing/2014/main" id="{081F717A-90EF-F96A-D83B-54E6307A315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59804" y="338227"/>
            <a:ext cx="914400" cy="914400"/>
          </a:xfrm>
          <a:prstGeom prst="rect">
            <a:avLst/>
          </a:prstGeom>
        </p:spPr>
      </p:pic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2E8946D3-04F0-0641-9424-10E785AD73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39693" y="4206239"/>
            <a:ext cx="4572000" cy="457200"/>
          </a:xfrm>
        </p:spPr>
        <p:txBody>
          <a:bodyPr/>
          <a:lstStyle>
            <a:lvl1pPr marL="0" indent="0" algn="ctr">
              <a:buFontTx/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Speaker 1 Name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4E852539-A3B0-BF16-FE8E-4CC8EFF8ACE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68867" y="4206239"/>
            <a:ext cx="4572000" cy="457200"/>
          </a:xfrm>
        </p:spPr>
        <p:txBody>
          <a:bodyPr/>
          <a:lstStyle>
            <a:lvl1pPr marL="0" indent="0" algn="ctr">
              <a:buFontTx/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Speaker 2 Name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F8B8F0D3-A682-04D8-7E0B-F26D56163FA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39693" y="5303520"/>
            <a:ext cx="4572000" cy="9144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Speaker 1 contact info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A3D27F1E-071E-F20C-9FA4-6FF3260A111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80307" y="5303520"/>
            <a:ext cx="4572000" cy="914400"/>
          </a:xfrm>
        </p:spPr>
        <p:txBody>
          <a:bodyPr/>
          <a:lstStyle>
            <a:lvl1pPr marL="0" indent="0" algn="ctr">
              <a:buFontTx/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Speaker 2 contact info</a:t>
            </a:r>
          </a:p>
        </p:txBody>
      </p:sp>
      <p:sp>
        <p:nvSpPr>
          <p:cNvPr id="21" name="Text Placeholder 16">
            <a:extLst>
              <a:ext uri="{FF2B5EF4-FFF2-40B4-BE49-F238E27FC236}">
                <a16:creationId xmlns:a16="http://schemas.microsoft.com/office/drawing/2014/main" id="{725C257A-1E0B-90CB-FDAB-F164B5FB84B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39693" y="4754880"/>
            <a:ext cx="4572000" cy="4572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Speaker 1 info</a:t>
            </a:r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F028274B-3D73-8DB7-57F5-8758A576159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80350" y="4754880"/>
            <a:ext cx="4572000" cy="4572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Speaker 2 info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E3E2B6C-976C-B840-C89F-B4F3065660F9}"/>
              </a:ext>
            </a:extLst>
          </p:cNvPr>
          <p:cNvSpPr/>
          <p:nvPr userDrawn="1"/>
        </p:nvSpPr>
        <p:spPr>
          <a:xfrm>
            <a:off x="2286669" y="6401767"/>
            <a:ext cx="7618661" cy="25938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Can’t see our slides? Can’t hear? Need to repeat the question? Call us out!</a:t>
            </a:r>
          </a:p>
        </p:txBody>
      </p:sp>
      <p:pic>
        <p:nvPicPr>
          <p:cNvPr id="7" name="MMS" descr="A red and black logo&#10;&#10;Description automatically generated">
            <a:extLst>
              <a:ext uri="{FF2B5EF4-FFF2-40B4-BE49-F238E27FC236}">
                <a16:creationId xmlns:a16="http://schemas.microsoft.com/office/drawing/2014/main" id="{043E37BF-9604-7220-A931-A7BC5D053E6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" y="6245352"/>
            <a:ext cx="1071259" cy="612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18587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F2B3F-34C9-5D81-3C0A-03B2A2A13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A0340-D9A2-712E-B180-0639532538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13F5F04C-5E3E-333C-217E-CEBF980C8D1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0336" y="1258200"/>
            <a:ext cx="12264228" cy="645279"/>
          </a:xfrm>
          <a:prstGeom prst="rect">
            <a:avLst/>
          </a:prstGeom>
        </p:spPr>
      </p:pic>
      <p:pic>
        <p:nvPicPr>
          <p:cNvPr id="9" name="Picture 8" descr="A red and black logo&#10;&#10;Description automatically generated">
            <a:extLst>
              <a:ext uri="{FF2B5EF4-FFF2-40B4-BE49-F238E27FC236}">
                <a16:creationId xmlns:a16="http://schemas.microsoft.com/office/drawing/2014/main" id="{858ADF9C-553E-D4C9-65AD-8E508EBA9E1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241528"/>
            <a:ext cx="1077946" cy="616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87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65EE4-0A4A-2B2C-119B-2F341C139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11DF5D-CB3B-BA76-1722-DD0D7E7805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A94F116-969A-0346-AE10-98CF6F785B0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245352"/>
            <a:ext cx="1069571" cy="612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49791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emo Header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65EE4-0A4A-2B2C-119B-2F341C139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4408" y="1700011"/>
            <a:ext cx="7933041" cy="2852737"/>
          </a:xfrm>
        </p:spPr>
        <p:txBody>
          <a:bodyPr anchor="b"/>
          <a:lstStyle>
            <a:lvl1pPr>
              <a:defRPr sz="60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11DF5D-CB3B-BA76-1722-DD0D7E7805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14408" y="4579736"/>
            <a:ext cx="7933041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A94F116-969A-0346-AE10-98CF6F785B0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829" y="5943600"/>
            <a:ext cx="1596375" cy="9144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EF6BDD6-65D1-E9C5-ACC8-28AEF699CDAA}"/>
              </a:ext>
            </a:extLst>
          </p:cNvPr>
          <p:cNvSpPr/>
          <p:nvPr userDrawn="1"/>
        </p:nvSpPr>
        <p:spPr>
          <a:xfrm>
            <a:off x="1173627" y="1986560"/>
            <a:ext cx="1661993" cy="3585277"/>
          </a:xfrm>
          <a:prstGeom prst="rect">
            <a:avLst/>
          </a:prstGeom>
          <a:noFill/>
        </p:spPr>
        <p:txBody>
          <a:bodyPr vert="vert270" wrap="none" lIns="91440" tIns="45720" rIns="91440" bIns="45720">
            <a:spAutoFit/>
          </a:bodyPr>
          <a:lstStyle/>
          <a:p>
            <a:pPr algn="ctr"/>
            <a:r>
              <a:rPr lang="en-US" sz="9600" b="1" u="none" cap="none" spc="0" baseline="0">
                <a:ln w="0"/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345158388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2CA98-158E-037A-C94E-E38DC5348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DAACDB-B0A5-F82A-E06F-F66C4B0C2D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98060"/>
            <a:ext cx="5181600" cy="4678903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BF707E-1F23-C8BE-85CC-91A13D768C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98060"/>
            <a:ext cx="5181600" cy="4678903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Picture 7" descr="MMS Logo">
            <a:extLst>
              <a:ext uri="{FF2B5EF4-FFF2-40B4-BE49-F238E27FC236}">
                <a16:creationId xmlns:a16="http://schemas.microsoft.com/office/drawing/2014/main" id="{2A1EA3AB-2287-A909-3F79-BFFF9117BFC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012" y="5943600"/>
            <a:ext cx="1596375" cy="9144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004620A-8B56-621C-CE78-C55792A93B3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5560" y="1258200"/>
            <a:ext cx="12273280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77319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43FC6-9D49-7EE7-65B3-940E59809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7955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8AD4CF-A6B7-AD69-E2EF-D5CF1E53C0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515787"/>
            <a:ext cx="5157787" cy="485239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D8C1A2-5CFB-9DDA-598C-3D6E4DB535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091448"/>
            <a:ext cx="5157787" cy="4098216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D7FFAF-6DE1-D7D2-9D0C-7DA4C93200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515787"/>
            <a:ext cx="5183188" cy="485239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2BCB2A-881F-6F25-A415-DE218744AF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091448"/>
            <a:ext cx="5183188" cy="4098216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 descr="MMS Logo">
            <a:extLst>
              <a:ext uri="{FF2B5EF4-FFF2-40B4-BE49-F238E27FC236}">
                <a16:creationId xmlns:a16="http://schemas.microsoft.com/office/drawing/2014/main" id="{A3D86560-F6A7-2176-B497-5661E33D251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5625" y="5930596"/>
            <a:ext cx="1596375" cy="9144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21359E03-5C70-33E3-CD0F-EA5EAB2271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5560" y="1258200"/>
            <a:ext cx="12268200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95360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19ACD-72B3-1EDF-3267-2C3F86B84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6" name="Picture 5" descr="MMS Logo">
            <a:extLst>
              <a:ext uri="{FF2B5EF4-FFF2-40B4-BE49-F238E27FC236}">
                <a16:creationId xmlns:a16="http://schemas.microsoft.com/office/drawing/2014/main" id="{58B90811-A51E-65F2-5CD6-98D6CF98110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5625" y="5930596"/>
            <a:ext cx="1596375" cy="9144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42E1CD3F-6E26-737A-C882-D9F7FE0E9F3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40640" y="1258200"/>
            <a:ext cx="12273280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5194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874FAA7-EB4D-5A79-909E-CB927AFCC6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5625" y="5930596"/>
            <a:ext cx="15963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62658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B3096-6483-1CC6-4263-E4B2B2BA6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31DBF5-0D97-AF7D-8580-655BDCEA96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+mn-lt"/>
              </a:defRPr>
            </a:lvl1pPr>
            <a:lvl2pPr>
              <a:defRPr sz="2800">
                <a:solidFill>
                  <a:schemeClr val="tx1"/>
                </a:solidFill>
                <a:latin typeface="+mn-lt"/>
              </a:defRPr>
            </a:lvl2pPr>
            <a:lvl3pPr>
              <a:defRPr sz="2400">
                <a:solidFill>
                  <a:schemeClr val="tx1"/>
                </a:solidFill>
                <a:latin typeface="+mn-lt"/>
              </a:defRPr>
            </a:lvl3pPr>
            <a:lvl4pPr>
              <a:defRPr sz="2000">
                <a:solidFill>
                  <a:schemeClr val="tx1"/>
                </a:solidFill>
                <a:latin typeface="+mn-lt"/>
              </a:defRPr>
            </a:lvl4pPr>
            <a:lvl5pPr>
              <a:defRPr sz="2000">
                <a:solidFill>
                  <a:schemeClr val="tx1"/>
                </a:solidFill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CF4BF5-B720-F392-649B-33EED0985E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MMS Logo">
            <a:extLst>
              <a:ext uri="{FF2B5EF4-FFF2-40B4-BE49-F238E27FC236}">
                <a16:creationId xmlns:a16="http://schemas.microsoft.com/office/drawing/2014/main" id="{871BDB1C-D88C-7CC2-5D66-47039F15389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8391" y="5958516"/>
            <a:ext cx="15963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32607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4D4F0-46DF-66A6-26A5-6711090CE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114DA3-16F3-B40E-F37B-43106F3CF9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123AD4-4C10-E69E-AE5E-B65F2FA789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MMS Logo">
            <a:extLst>
              <a:ext uri="{FF2B5EF4-FFF2-40B4-BE49-F238E27FC236}">
                <a16:creationId xmlns:a16="http://schemas.microsoft.com/office/drawing/2014/main" id="{BEAC8699-2117-4549-6791-6D861DDBC83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600" y="5943600"/>
            <a:ext cx="15963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0218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shing Sessions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DE2D7D29-7C84-65CA-6C03-C23E75B3244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0640" y="1258200"/>
            <a:ext cx="12273280" cy="64527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9A8AAFD-A5FA-28E3-45D7-D91548749E63}"/>
              </a:ext>
            </a:extLst>
          </p:cNvPr>
          <p:cNvSpPr txBox="1"/>
          <p:nvPr userDrawn="1"/>
        </p:nvSpPr>
        <p:spPr>
          <a:xfrm>
            <a:off x="838200" y="1573109"/>
            <a:ext cx="1051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tx1"/>
                </a:solidFill>
                <a:latin typeface="Aptos" panose="020B0004020202020204" pitchFamily="34" charset="0"/>
              </a:rPr>
              <a:t>Be sure to find Wally and sign up for 1:1 time with a speaker</a:t>
            </a:r>
          </a:p>
          <a:p>
            <a:r>
              <a:rPr lang="en-US" sz="2400" b="1">
                <a:solidFill>
                  <a:schemeClr val="tx1"/>
                </a:solidFill>
                <a:latin typeface="Aptos" panose="020B0004020202020204" pitchFamily="34" charset="0"/>
              </a:rPr>
              <a:t>If you'd like to "catch" us for a session, we are scheduled as follows:</a:t>
            </a:r>
            <a:endParaRPr lang="en-US" b="1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73C569-B7C9-FDB7-19D5-EC55A66F5A3E}"/>
              </a:ext>
            </a:extLst>
          </p:cNvPr>
          <p:cNvSpPr txBox="1"/>
          <p:nvPr userDrawn="1"/>
        </p:nvSpPr>
        <p:spPr>
          <a:xfrm>
            <a:off x="838200" y="6063492"/>
            <a:ext cx="1051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b="1">
                <a:solidFill>
                  <a:schemeClr val="tx1"/>
                </a:solidFill>
                <a:latin typeface="Aptos" panose="020B0004020202020204" pitchFamily="34" charset="0"/>
              </a:rPr>
              <a:t>Don't forget to leave feedback for your speakers!</a:t>
            </a:r>
          </a:p>
        </p:txBody>
      </p:sp>
      <p:pic>
        <p:nvPicPr>
          <p:cNvPr id="7" name="Picture 6" descr="MMS Logo">
            <a:extLst>
              <a:ext uri="{FF2B5EF4-FFF2-40B4-BE49-F238E27FC236}">
                <a16:creationId xmlns:a16="http://schemas.microsoft.com/office/drawing/2014/main" id="{BC9A6E22-95AA-8F42-08D4-0DFD93E2EF5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600" y="5943600"/>
            <a:ext cx="1596375" cy="9144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37802D0-972C-1B48-9997-0F792E49CA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2514827"/>
            <a:ext cx="6278563" cy="325755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Enter Session Times Here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15EFDD-BD4E-7F02-7FFC-7ADB7A8A9F2B}"/>
              </a:ext>
            </a:extLst>
          </p:cNvPr>
          <p:cNvSpPr txBox="1"/>
          <p:nvPr userDrawn="1"/>
        </p:nvSpPr>
        <p:spPr>
          <a:xfrm>
            <a:off x="838199" y="244262"/>
            <a:ext cx="105156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>
                <a:solidFill>
                  <a:schemeClr val="tx1"/>
                </a:solidFill>
                <a:latin typeface="Aptos" panose="020B0004020202020204" pitchFamily="34" charset="0"/>
              </a:rPr>
              <a:t>Fishing Sessions</a:t>
            </a:r>
          </a:p>
        </p:txBody>
      </p:sp>
    </p:spTree>
    <p:extLst>
      <p:ext uri="{BB962C8B-B14F-4D97-AF65-F5344CB8AC3E}">
        <p14:creationId xmlns:p14="http://schemas.microsoft.com/office/powerpoint/2010/main" val="252816199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ave the Dates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MMS MOA">
            <a:extLst>
              <a:ext uri="{FF2B5EF4-FFF2-40B4-BE49-F238E27FC236}">
                <a16:creationId xmlns:a16="http://schemas.microsoft.com/office/drawing/2014/main" id="{9CE8F994-3F43-B6B2-27DC-2BA65CDAD3E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36424" y="2075955"/>
            <a:ext cx="2971800" cy="2980355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0828A95-6D43-E388-3D4E-E5117E2A09F8}"/>
              </a:ext>
            </a:extLst>
          </p:cNvPr>
          <p:cNvSpPr txBox="1"/>
          <p:nvPr userDrawn="1"/>
        </p:nvSpPr>
        <p:spPr>
          <a:xfrm>
            <a:off x="402199" y="1431135"/>
            <a:ext cx="29732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>
                <a:solidFill>
                  <a:schemeClr val="bg1"/>
                </a:solidFill>
                <a:latin typeface="Aptos" panose="020B0004020202020204" pitchFamily="34" charset="0"/>
              </a:rPr>
              <a:t>Oct 25-28, 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F11CDB-CD01-841A-69AB-B3D3A5872802}"/>
              </a:ext>
            </a:extLst>
          </p:cNvPr>
          <p:cNvSpPr txBox="1"/>
          <p:nvPr userDrawn="1"/>
        </p:nvSpPr>
        <p:spPr>
          <a:xfrm>
            <a:off x="8849846" y="1431135"/>
            <a:ext cx="295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>
                <a:solidFill>
                  <a:schemeClr val="bg1"/>
                </a:solidFill>
                <a:latin typeface="Aptos" panose="020B0004020202020204" pitchFamily="34" charset="0"/>
              </a:rPr>
              <a:t>Oct 10-13, 2027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699D8C-C70E-FE1E-2A0F-D2D47884EE8D}"/>
              </a:ext>
            </a:extLst>
          </p:cNvPr>
          <p:cNvSpPr/>
          <p:nvPr userDrawn="1"/>
        </p:nvSpPr>
        <p:spPr>
          <a:xfrm>
            <a:off x="2535992" y="230806"/>
            <a:ext cx="7120026" cy="1200329"/>
          </a:xfrm>
          <a:prstGeom prst="rect">
            <a:avLst/>
          </a:prstGeom>
          <a:noFill/>
        </p:spPr>
        <p:txBody>
          <a:bodyPr vert="horz" wrap="none" lIns="91440" tIns="45720" rIns="91440" bIns="45720">
            <a:spAutoFit/>
          </a:bodyPr>
          <a:lstStyle/>
          <a:p>
            <a:pPr algn="ctr"/>
            <a:r>
              <a:rPr lang="en-US" sz="7200" b="1" u="none" cap="none" spc="0" baseline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SAVE THE DATES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07CC49-AA2C-0E73-1A86-E77BA5C7526E}"/>
              </a:ext>
            </a:extLst>
          </p:cNvPr>
          <p:cNvSpPr txBox="1"/>
          <p:nvPr userDrawn="1"/>
        </p:nvSpPr>
        <p:spPr>
          <a:xfrm>
            <a:off x="4636424" y="1431135"/>
            <a:ext cx="295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>
                <a:solidFill>
                  <a:schemeClr val="bg1"/>
                </a:solidFill>
                <a:latin typeface="Aptos" panose="020B0004020202020204" pitchFamily="34" charset="0"/>
              </a:rPr>
              <a:t>May 2-6, 2027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2C30B63-D045-B0E6-1A84-9D5B143DDE3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0674" y="2091583"/>
            <a:ext cx="2964728" cy="2964728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pic>
        <p:nvPicPr>
          <p:cNvPr id="13" name="Picture 12" descr="A black guitar with red text&#10;&#10;AI-generated content may be incorrect.">
            <a:extLst>
              <a:ext uri="{FF2B5EF4-FFF2-40B4-BE49-F238E27FC236}">
                <a16:creationId xmlns:a16="http://schemas.microsoft.com/office/drawing/2014/main" id="{424A81D4-437A-CD95-6B7C-A4349A47DD2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9247" y="2075956"/>
            <a:ext cx="2980355" cy="2980355"/>
          </a:xfrm>
          <a:prstGeom prst="rect">
            <a:avLst/>
          </a:prstGeom>
          <a:ln w="28575">
            <a:solidFill>
              <a:schemeClr val="bg1">
                <a:lumMod val="9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42604770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Q&amp;A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MMS Logo">
            <a:extLst>
              <a:ext uri="{FF2B5EF4-FFF2-40B4-BE49-F238E27FC236}">
                <a16:creationId xmlns:a16="http://schemas.microsoft.com/office/drawing/2014/main" id="{46EAA7A9-8D45-D916-28B6-4E361AADC78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93937" y="1390152"/>
            <a:ext cx="2743200" cy="1571299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6CEB9E9-6A9D-3D7F-1D7E-64C798429A2C}"/>
              </a:ext>
            </a:extLst>
          </p:cNvPr>
          <p:cNvSpPr/>
          <p:nvPr userDrawn="1"/>
        </p:nvSpPr>
        <p:spPr>
          <a:xfrm>
            <a:off x="3062605" y="212625"/>
            <a:ext cx="6205866" cy="1200329"/>
          </a:xfrm>
          <a:prstGeom prst="rect">
            <a:avLst/>
          </a:prstGeom>
          <a:noFill/>
        </p:spPr>
        <p:txBody>
          <a:bodyPr vert="horz" wrap="none" lIns="91440" tIns="45720" rIns="91440" bIns="45720">
            <a:spAutoFit/>
          </a:bodyPr>
          <a:lstStyle/>
          <a:p>
            <a:pPr algn="ctr"/>
            <a:r>
              <a:rPr lang="en-US" sz="7200" b="1" u="none" cap="none" spc="0" baseline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Extended Q&amp;A</a:t>
            </a:r>
          </a:p>
        </p:txBody>
      </p:sp>
      <p:pic>
        <p:nvPicPr>
          <p:cNvPr id="15" name="Picture 14" descr="Patch My PC">
            <a:extLst>
              <a:ext uri="{FF2B5EF4-FFF2-40B4-BE49-F238E27FC236}">
                <a16:creationId xmlns:a16="http://schemas.microsoft.com/office/drawing/2014/main" id="{8A4E9904-CB45-3E0E-696F-D3FD79268A7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7628" y="4135460"/>
            <a:ext cx="1258699" cy="914400"/>
          </a:xfrm>
          <a:prstGeom prst="rect">
            <a:avLst/>
          </a:prstGeom>
        </p:spPr>
      </p:pic>
      <p:pic>
        <p:nvPicPr>
          <p:cNvPr id="16" name="Picture 15" descr="A black and white logo&#10;&#10;Description automatically generated with low confidence">
            <a:extLst>
              <a:ext uri="{FF2B5EF4-FFF2-40B4-BE49-F238E27FC236}">
                <a16:creationId xmlns:a16="http://schemas.microsoft.com/office/drawing/2014/main" id="{43C261DF-C273-8B85-7BEA-3CB1DD08C69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64852" y="4226900"/>
            <a:ext cx="731520" cy="731520"/>
          </a:xfrm>
          <a:prstGeom prst="rect">
            <a:avLst/>
          </a:prstGeom>
        </p:spPr>
      </p:pic>
      <p:pic>
        <p:nvPicPr>
          <p:cNvPr id="18" name="Picture 17" descr="A grey rectangle with white and blue text&#10;&#10;Description automatically generated">
            <a:extLst>
              <a:ext uri="{FF2B5EF4-FFF2-40B4-BE49-F238E27FC236}">
                <a16:creationId xmlns:a16="http://schemas.microsoft.com/office/drawing/2014/main" id="{F8C63FAC-ABFA-70CE-8D89-D47ABA5CC266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5176" y="5249533"/>
            <a:ext cx="1188721" cy="457200"/>
          </a:xfrm>
          <a:prstGeom prst="rect">
            <a:avLst/>
          </a:prstGeom>
        </p:spPr>
      </p:pic>
      <p:pic>
        <p:nvPicPr>
          <p:cNvPr id="21" name="Picture 20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79FF2E51-F7AB-D3B9-AABE-FB46DCC3885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6251" y="6167385"/>
            <a:ext cx="901452" cy="410211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0A3AC7F1-3D93-C770-1878-626E2600894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08004" y="6348996"/>
            <a:ext cx="1503922" cy="2286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AC9F9C7F-8CDE-12F1-8DD9-E08040FCF1BA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2255" y="6368384"/>
            <a:ext cx="1554480" cy="209212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EF6F3F9D-B490-FA74-DF0D-405DAA79C43F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0909" y="4306910"/>
            <a:ext cx="1554480" cy="605236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8CCDFE6E-1CB9-DA2B-8122-2426251CA449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7703" y="5355030"/>
            <a:ext cx="1554480" cy="270344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E662A5E5-BEDF-2923-981A-FFD254ABA47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060619" y="4384263"/>
            <a:ext cx="1554480" cy="38862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A8F655CF-14A9-3C76-FB5B-5E772726C55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5502" y="4409266"/>
            <a:ext cx="1554480" cy="366787"/>
          </a:xfrm>
          <a:prstGeom prst="rect">
            <a:avLst/>
          </a:prstGeom>
        </p:spPr>
      </p:pic>
      <p:pic>
        <p:nvPicPr>
          <p:cNvPr id="30" name="Picture 29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7E42350D-8F9C-893D-D40A-C58551699BA9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saturation sat="0"/>
                    </a14:imgEffect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06890" y="5315255"/>
            <a:ext cx="1554480" cy="310119"/>
          </a:xfrm>
          <a:prstGeom prst="rect">
            <a:avLst/>
          </a:prstGeom>
        </p:spPr>
      </p:pic>
      <p:pic>
        <p:nvPicPr>
          <p:cNvPr id="31" name="Picture 30" descr="A white letters on a black background&#10;&#10;AI-generated content may be incorrect.">
            <a:extLst>
              <a:ext uri="{FF2B5EF4-FFF2-40B4-BE49-F238E27FC236}">
                <a16:creationId xmlns:a16="http://schemas.microsoft.com/office/drawing/2014/main" id="{9801BAC5-50DF-BA7A-DFD6-870E7DCE4D74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8964363" y="5326622"/>
            <a:ext cx="1554480" cy="321259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91DEC2DB-BCA7-3FE2-CB57-AB1B821F323F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8972" y="5846076"/>
            <a:ext cx="532014" cy="73152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52321056-273F-E68B-19D1-57AF101821FE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3196" y="6163652"/>
            <a:ext cx="1463040" cy="413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132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365651-282E-586C-B06B-5DB5D9944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913A01-90A4-D2D1-24E8-69DD5F5347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07787"/>
            <a:ext cx="10515600" cy="46691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2125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1" r:id="rId4"/>
    <p:sldLayoutId id="2147483659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73" r:id="rId12"/>
    <p:sldLayoutId id="2147483663" r:id="rId13"/>
    <p:sldLayoutId id="2147483664" r:id="rId14"/>
    <p:sldLayoutId id="2147483692" r:id="rId15"/>
    <p:sldLayoutId id="2147483693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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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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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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B0B1B4-6987-442E-8B11-D82B4992D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265E00-A27D-612F-8389-A5568AC246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161DDB-CC2B-D54B-7517-E715290C3E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B7999B-38B3-40EF-826B-655A64799C1B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F5C2E2-4322-B373-CCC7-8621FF671F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4BCAAE-4B09-81E1-1FAE-84D1734873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51C39E-9AC5-4998-B89E-D6011DDB7C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271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62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90" r:id="rId12"/>
    <p:sldLayoutId id="2147483691" r:id="rId13"/>
    <p:sldLayoutId id="2147483689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jpeg"/><Relationship Id="rId4" Type="http://schemas.openxmlformats.org/officeDocument/2006/relationships/image" Target="../media/image37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3B669-2341-DF39-C682-5CB4698790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Super-Speed Enhance OS Deployment Performance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806C1F-6D02-FA11-F860-B05CFAC0C1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115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Placeholder 39" descr="A person sitting at a table&#10;&#10;AI-generated content may be incorrect.">
            <a:extLst>
              <a:ext uri="{FF2B5EF4-FFF2-40B4-BE49-F238E27FC236}">
                <a16:creationId xmlns:a16="http://schemas.microsoft.com/office/drawing/2014/main" id="{DE0766C8-568F-2733-1B64-6FA28192929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278E741A-68FE-0B2A-F2BD-201B0B123A6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/>
          </a:bodyPr>
          <a:lstStyle/>
          <a:p>
            <a:r>
              <a:rPr lang="en-US"/>
              <a:t>Johan Arwidmark</a:t>
            </a:r>
          </a:p>
          <a:p>
            <a:endParaRPr 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A7D52575-731F-B062-575C-1A114BCFA64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SE" dirty="0"/>
              <a:t>Mikael Nystrom</a:t>
            </a:r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286CB0A-CC66-7C9F-DC4A-BE193D4DFB0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</a:rPr>
              <a:t>Johan.Arwidmark@mirolus.com</a:t>
            </a:r>
          </a:p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</a:rPr>
              <a:t>@jarwidmark</a:t>
            </a:r>
          </a:p>
          <a:p>
            <a:endParaRPr lang="en-US" dirty="0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0ED36D92-BCB7-5A58-58C6-DEB809880CD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80306" y="5303520"/>
            <a:ext cx="5213913" cy="914400"/>
          </a:xfrm>
        </p:spPr>
        <p:txBody>
          <a:bodyPr/>
          <a:lstStyle/>
          <a:p>
            <a:r>
              <a:rPr lang="en-SE" dirty="0"/>
              <a:t>deploymentbunny@outlook.com</a:t>
            </a:r>
            <a:endParaRPr lang="en-US" dirty="0"/>
          </a:p>
          <a:p>
            <a:r>
              <a:rPr lang="en-US" dirty="0">
                <a:solidFill>
                  <a:schemeClr val="bg1"/>
                </a:solidFill>
              </a:rPr>
              <a:t>@</a:t>
            </a:r>
            <a:r>
              <a:rPr lang="en-SE" dirty="0"/>
              <a:t> mikael_nystrom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0F7BEC70-5521-1DE2-1985-5E3027DE048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08883" y="4754880"/>
            <a:ext cx="6496216" cy="457200"/>
          </a:xfrm>
        </p:spPr>
        <p:txBody>
          <a:bodyPr>
            <a:normAutofit/>
          </a:bodyPr>
          <a:lstStyle/>
          <a:p>
            <a:r>
              <a:rPr lang="en-US" dirty="0"/>
              <a:t>ViaMonstra Online Academy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92259D4D-C5C1-7440-A0D1-482A2EF233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SE" dirty="0"/>
              <a:t>Microsoft MVP</a:t>
            </a:r>
            <a:endParaRPr lang="en-US" dirty="0"/>
          </a:p>
        </p:txBody>
      </p:sp>
      <p:pic>
        <p:nvPicPr>
          <p:cNvPr id="43" name="Graphic 42" descr="Envelope with solid fill">
            <a:extLst>
              <a:ext uri="{FF2B5EF4-FFF2-40B4-BE49-F238E27FC236}">
                <a16:creationId xmlns:a16="http://schemas.microsoft.com/office/drawing/2014/main" id="{8A9B5C8B-E2C3-9239-5ED9-7A2D21CCB3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6786" y="5297564"/>
            <a:ext cx="457200" cy="457200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BA6333A7-FC74-D35A-9B01-B2E71641AA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4861" y="5754764"/>
            <a:ext cx="343996" cy="343996"/>
          </a:xfrm>
          <a:prstGeom prst="rect">
            <a:avLst/>
          </a:prstGeom>
        </p:spPr>
      </p:pic>
      <p:pic>
        <p:nvPicPr>
          <p:cNvPr id="45" name="Graphic 44" descr="Envelope with solid fill">
            <a:extLst>
              <a:ext uri="{FF2B5EF4-FFF2-40B4-BE49-F238E27FC236}">
                <a16:creationId xmlns:a16="http://schemas.microsoft.com/office/drawing/2014/main" id="{2EFD5DA2-25D1-BB33-7278-2D277ECA0F1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0" y="5297564"/>
            <a:ext cx="457200" cy="457200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DB128A05-C5B2-DCFC-72D9-70CAC016E8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2596" y="5766676"/>
            <a:ext cx="343996" cy="343996"/>
          </a:xfrm>
          <a:prstGeom prst="rect">
            <a:avLst/>
          </a:prstGeom>
        </p:spPr>
      </p:pic>
      <p:pic>
        <p:nvPicPr>
          <p:cNvPr id="4" name="Picture 2" descr="avatar for Mikael Nystrom">
            <a:extLst>
              <a:ext uri="{FF2B5EF4-FFF2-40B4-BE49-F238E27FC236}">
                <a16:creationId xmlns:a16="http://schemas.microsoft.com/office/drawing/2014/main" id="{3D39718F-EADF-9905-1691-4C0636E1D7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9211" y="1571763"/>
            <a:ext cx="2554192" cy="2554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56698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AA5B3-89D5-147C-A57E-6754B8093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Attention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95F291-B9CB-60BF-7307-F3FFC90C97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/>
              <a:t>MMS sessions are 60-75 minutes followed by LONG Q&amp;A</a:t>
            </a:r>
          </a:p>
          <a:p>
            <a:r>
              <a:rPr lang="en-US" sz="2800"/>
              <a:t>Please hold detailed questions until that Q&amp;A starts</a:t>
            </a:r>
          </a:p>
          <a:p>
            <a:r>
              <a:rPr lang="en-US" sz="2800"/>
              <a:t>Feel free to ask clarification questions</a:t>
            </a:r>
          </a:p>
          <a:p>
            <a:r>
              <a:rPr lang="en-US" sz="2800"/>
              <a:t>Remind the speakers to use Zoom It when you can’t see</a:t>
            </a:r>
          </a:p>
        </p:txBody>
      </p:sp>
    </p:spTree>
    <p:extLst>
      <p:ext uri="{BB962C8B-B14F-4D97-AF65-F5344CB8AC3E}">
        <p14:creationId xmlns:p14="http://schemas.microsoft.com/office/powerpoint/2010/main" val="37431490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18F11A-F465-DAFC-84BC-EFD1E761B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51B44AE0-07C8-B55F-7697-29FC142AD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Thin vs. Thick Images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14D8DE7-2EE8-ED44-EAFC-77B32EA454C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Thin Image</a:t>
            </a:r>
          </a:p>
          <a:p>
            <a:pPr lvl="1"/>
            <a:r>
              <a:rPr lang="en-US" dirty="0"/>
              <a:t>OS only: minimal footprint</a:t>
            </a:r>
          </a:p>
          <a:p>
            <a:pPr lvl="1"/>
            <a:r>
              <a:rPr lang="en-US" dirty="0"/>
              <a:t>Apps deployed post-install via MDM/ConfigMgr</a:t>
            </a:r>
          </a:p>
          <a:p>
            <a:pPr lvl="1"/>
            <a:r>
              <a:rPr lang="en-US" dirty="0"/>
              <a:t>Faster WIM maintenance &amp; updates</a:t>
            </a:r>
          </a:p>
          <a:p>
            <a:pPr lvl="1"/>
            <a:r>
              <a:rPr lang="en-US" dirty="0"/>
              <a:t>Ideal for diverse app environments</a:t>
            </a:r>
          </a:p>
          <a:p>
            <a:pPr lvl="1"/>
            <a:r>
              <a:rPr lang="en-US" dirty="0"/>
              <a:t>Smaller image files = faster download</a:t>
            </a:r>
          </a:p>
          <a:p>
            <a:pPr lvl="1"/>
            <a:r>
              <a:rPr lang="en-US" dirty="0"/>
              <a:t>Higher flexibility and scalability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51DC6FF-B8F0-488A-9C34-D079F7D69B2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Thick Image</a:t>
            </a:r>
          </a:p>
          <a:p>
            <a:pPr lvl="1"/>
            <a:r>
              <a:rPr lang="en-US" dirty="0"/>
              <a:t>OS + apps bundled in one image</a:t>
            </a:r>
          </a:p>
          <a:p>
            <a:pPr lvl="1"/>
            <a:r>
              <a:rPr lang="en-US" dirty="0"/>
              <a:t>Fewer post-deploy steps needed</a:t>
            </a:r>
          </a:p>
          <a:p>
            <a:pPr lvl="1"/>
            <a:r>
              <a:rPr lang="en-US" dirty="0"/>
              <a:t>Larger WIM = longer maintenance time</a:t>
            </a:r>
          </a:p>
          <a:p>
            <a:pPr lvl="1"/>
            <a:r>
              <a:rPr lang="en-US" dirty="0"/>
              <a:t>Best for standardized environments</a:t>
            </a:r>
          </a:p>
          <a:p>
            <a:pPr lvl="1"/>
            <a:r>
              <a:rPr lang="en-US" dirty="0"/>
              <a:t>Faster time to ready-to-use state</a:t>
            </a:r>
          </a:p>
          <a:p>
            <a:pPr lvl="1"/>
            <a:r>
              <a:rPr lang="en-US" dirty="0"/>
              <a:t>Requires careful app lifecycle management</a:t>
            </a:r>
          </a:p>
        </p:txBody>
      </p:sp>
    </p:spTree>
    <p:extLst>
      <p:ext uri="{BB962C8B-B14F-4D97-AF65-F5344CB8AC3E}">
        <p14:creationId xmlns:p14="http://schemas.microsoft.com/office/powerpoint/2010/main" val="9586458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0A226-6058-B203-6987-691FE51E8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DC08163-1D94-22FB-4D70-33081EDF2468}"/>
              </a:ext>
            </a:extLst>
          </p:cNvPr>
          <p:cNvSpPr txBox="1"/>
          <p:nvPr/>
        </p:nvSpPr>
        <p:spPr>
          <a:xfrm>
            <a:off x="3414408" y="1700011"/>
            <a:ext cx="7933041" cy="28527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000" b="1" kern="1200" dirty="0">
                <a:solidFill>
                  <a:schemeClr val="bg1"/>
                </a:solidFill>
                <a:latin typeface="Aptos" panose="020B0004020202020204" pitchFamily="34" charset="0"/>
                <a:ea typeface="+mj-ea"/>
                <a:cs typeface="+mj-cs"/>
              </a:rPr>
              <a:t>Image Factory</a:t>
            </a:r>
          </a:p>
        </p:txBody>
      </p:sp>
    </p:spTree>
    <p:extLst>
      <p:ext uri="{BB962C8B-B14F-4D97-AF65-F5344CB8AC3E}">
        <p14:creationId xmlns:p14="http://schemas.microsoft.com/office/powerpoint/2010/main" val="12350237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D224E9-000C-A6DA-322C-3DEFFC175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4100F1ED-5950-DBE2-BD17-53696A942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Other Performance tips! 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B4C66488-FEB3-1279-E1ED-3498A2D53C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Run in High Performance Mode</a:t>
            </a:r>
          </a:p>
          <a:p>
            <a:r>
              <a:rPr lang="en-US" dirty="0"/>
              <a:t>WIMming  is Winning</a:t>
            </a:r>
          </a:p>
          <a:p>
            <a:pPr lvl="1"/>
            <a:r>
              <a:rPr lang="en-US" dirty="0"/>
              <a:t>Applications as WIM files</a:t>
            </a:r>
          </a:p>
          <a:p>
            <a:pPr lvl="1"/>
            <a:r>
              <a:rPr lang="en-US" dirty="0"/>
              <a:t>Driver Packages as Wim files</a:t>
            </a:r>
          </a:p>
        </p:txBody>
      </p:sp>
    </p:spTree>
    <p:extLst>
      <p:ext uri="{BB962C8B-B14F-4D97-AF65-F5344CB8AC3E}">
        <p14:creationId xmlns:p14="http://schemas.microsoft.com/office/powerpoint/2010/main" val="13947270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741284-B7D4-697C-564C-851F3D53A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743F48-DF38-5DD7-F927-1BD2D1523713}"/>
              </a:ext>
            </a:extLst>
          </p:cNvPr>
          <p:cNvSpPr txBox="1"/>
          <p:nvPr/>
        </p:nvSpPr>
        <p:spPr>
          <a:xfrm>
            <a:off x="3414408" y="1700011"/>
            <a:ext cx="7933041" cy="28527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000" b="1" kern="1200" dirty="0">
                <a:solidFill>
                  <a:schemeClr val="bg1"/>
                </a:solidFill>
                <a:latin typeface="Aptos" panose="020B0004020202020204" pitchFamily="34" charset="0"/>
                <a:ea typeface="+mj-ea"/>
                <a:cs typeface="+mj-cs"/>
              </a:rPr>
              <a:t>WIMming is Winning</a:t>
            </a:r>
          </a:p>
        </p:txBody>
      </p:sp>
    </p:spTree>
    <p:extLst>
      <p:ext uri="{BB962C8B-B14F-4D97-AF65-F5344CB8AC3E}">
        <p14:creationId xmlns:p14="http://schemas.microsoft.com/office/powerpoint/2010/main" val="29562227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FD5A982-3138-6D08-EDA2-11BF1F86B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Delivering Content Technologies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A06FFCF-62EB-56F8-9E27-4E21466EE1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v-SE" dirty="0"/>
              <a:t>Peer Cache</a:t>
            </a:r>
          </a:p>
          <a:p>
            <a:r>
              <a:rPr lang="sv-SE" dirty="0"/>
              <a:t>BranchCache</a:t>
            </a:r>
          </a:p>
          <a:p>
            <a:r>
              <a:rPr lang="en-US" dirty="0"/>
              <a:t>Background Intelligent Transfer Service (</a:t>
            </a:r>
            <a:r>
              <a:rPr lang="sv-SE" dirty="0"/>
              <a:t>BITS)</a:t>
            </a:r>
          </a:p>
          <a:p>
            <a:r>
              <a:rPr lang="sv-SE" dirty="0"/>
              <a:t>Delivery Optimization (DO)</a:t>
            </a:r>
          </a:p>
          <a:p>
            <a:r>
              <a:rPr lang="en-US" dirty="0"/>
              <a:t>Low Extra Delay Background Transport (</a:t>
            </a:r>
            <a:r>
              <a:rPr lang="sv-SE" dirty="0"/>
              <a:t>LEDBAT)</a:t>
            </a:r>
          </a:p>
          <a:p>
            <a:r>
              <a:rPr lang="sv-SE" dirty="0"/>
              <a:t>Microsoft Connected Cache (MCC, f.k.a. DOINC)</a:t>
            </a:r>
          </a:p>
        </p:txBody>
      </p:sp>
    </p:spTree>
    <p:extLst>
      <p:ext uri="{BB962C8B-B14F-4D97-AF65-F5344CB8AC3E}">
        <p14:creationId xmlns:p14="http://schemas.microsoft.com/office/powerpoint/2010/main" val="36421554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813819-92ED-5F37-6EC9-C5C67F046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7A974AD-DB10-EB13-59EA-2D2E16B51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Peering Technologies for OS Deployment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3EBE562-2ADA-7D64-0B9A-0CABB53B67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Peer Cache</a:t>
            </a:r>
          </a:p>
          <a:p>
            <a:r>
              <a:rPr lang="sv-SE" dirty="0"/>
              <a:t>BranchCache</a:t>
            </a:r>
          </a:p>
          <a:p>
            <a:endParaRPr lang="sv-SE" dirty="0"/>
          </a:p>
          <a:p>
            <a:r>
              <a:rPr lang="sv-SE" dirty="0"/>
              <a:t>Kind of</a:t>
            </a:r>
            <a:r>
              <a:rPr lang="en-US" dirty="0"/>
              <a:t>: </a:t>
            </a:r>
            <a:r>
              <a:rPr lang="sv-SE" dirty="0"/>
              <a:t>Delivery Optimization (DO) and MCC</a:t>
            </a:r>
          </a:p>
          <a:p>
            <a:pPr lvl="1"/>
            <a:r>
              <a:rPr lang="sv-SE" dirty="0"/>
              <a:t>When integrating Windows Autopilot with OSD</a:t>
            </a:r>
          </a:p>
          <a:p>
            <a:endParaRPr lang="sv-SE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91974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9D7158-ED77-9D89-191E-ACDC4C6B8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ED7FBC4D-1A0B-B1E3-42C0-CDF5B0113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Cache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C9CEDF7-FE8A-40AF-AD3B-B3AFF23B50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v-SE" dirty="0"/>
              <a:t>Peer to peer technology </a:t>
            </a:r>
          </a:p>
          <a:p>
            <a:r>
              <a:rPr lang="sv-SE" dirty="0"/>
              <a:t>ConfigMgr only</a:t>
            </a:r>
          </a:p>
          <a:p>
            <a:r>
              <a:rPr lang="sv-SE" dirty="0"/>
              <a:t>Supports all Windows versions ConfigMgr support</a:t>
            </a:r>
          </a:p>
          <a:p>
            <a:r>
              <a:rPr lang="sv-SE" dirty="0"/>
              <a:t>Supports all ConfigMgr package types </a:t>
            </a:r>
          </a:p>
          <a:p>
            <a:r>
              <a:rPr lang="sv-SE" dirty="0"/>
              <a:t>Supports OS Deployment</a:t>
            </a:r>
          </a:p>
          <a:p>
            <a:r>
              <a:rPr lang="sv-SE" dirty="0"/>
              <a:t>Uses ConfigMgr Client Cache</a:t>
            </a:r>
          </a:p>
          <a:p>
            <a:r>
              <a:rPr lang="sv-SE" dirty="0"/>
              <a:t>Easy Precaching</a:t>
            </a:r>
          </a:p>
        </p:txBody>
      </p:sp>
    </p:spTree>
    <p:extLst>
      <p:ext uri="{BB962C8B-B14F-4D97-AF65-F5344CB8AC3E}">
        <p14:creationId xmlns:p14="http://schemas.microsoft.com/office/powerpoint/2010/main" val="14147681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F5E02D-4890-C6CA-0786-EFA58C46B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9B3812C-4EF4-8B44-48DC-967B70D65CDD}"/>
              </a:ext>
            </a:extLst>
          </p:cNvPr>
          <p:cNvSpPr txBox="1"/>
          <p:nvPr/>
        </p:nvSpPr>
        <p:spPr>
          <a:xfrm>
            <a:off x="3414408" y="1700011"/>
            <a:ext cx="7933041" cy="28527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000" b="1" kern="1200" dirty="0">
                <a:solidFill>
                  <a:schemeClr val="bg1"/>
                </a:solidFill>
                <a:latin typeface="Aptos" panose="020B0004020202020204" pitchFamily="34" charset="0"/>
                <a:ea typeface="+mj-ea"/>
                <a:cs typeface="+mj-cs"/>
              </a:rPr>
              <a:t>Peer Cache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41824F9-285E-17E8-474A-E4F1695212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14408" y="4579736"/>
            <a:ext cx="7933041" cy="1500187"/>
          </a:xfrm>
        </p:spPr>
        <p:txBody>
          <a:bodyPr vert="horz" lIns="91440" tIns="45720" rIns="91440" bIns="45720" rtlCol="0">
            <a:normAutofit/>
          </a:bodyPr>
          <a:lstStyle/>
          <a:p>
            <a:endParaRPr lang="en-US" kern="1200">
              <a:latin typeface="Aptos" panose="020B00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46344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C71D5-C6ED-6A5E-CF78-99288050B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7AC5AA6-4CA2-E885-595A-2E62C8037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9725"/>
            <a:ext cx="10515600" cy="779489"/>
          </a:xfrm>
        </p:spPr>
        <p:txBody>
          <a:bodyPr>
            <a:normAutofit/>
          </a:bodyPr>
          <a:lstStyle/>
          <a:p>
            <a:r>
              <a:rPr lang="sv-SE" dirty="0"/>
              <a:t>BranchCache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9BF200B-9152-6E56-5612-6343599D50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7064"/>
            <a:ext cx="10515600" cy="3653281"/>
          </a:xfrm>
        </p:spPr>
        <p:txBody>
          <a:bodyPr>
            <a:normAutofit/>
          </a:bodyPr>
          <a:lstStyle/>
          <a:p>
            <a:r>
              <a:rPr lang="en-US" dirty="0"/>
              <a:t>Peer to peer technology</a:t>
            </a:r>
            <a:endParaRPr lang="sv-SE" dirty="0"/>
          </a:p>
          <a:p>
            <a:r>
              <a:rPr lang="sv-SE" dirty="0"/>
              <a:t>Yes, there is no space beetween Branch and Cache :)</a:t>
            </a:r>
          </a:p>
          <a:p>
            <a:r>
              <a:rPr lang="en-US" dirty="0"/>
              <a:t>Add BranchCache to WinPE for OSD support</a:t>
            </a:r>
          </a:p>
          <a:p>
            <a:r>
              <a:rPr lang="en-US" dirty="0"/>
              <a:t>Network/Firewall Requirements (WSD-SD)</a:t>
            </a:r>
          </a:p>
        </p:txBody>
      </p:sp>
    </p:spTree>
    <p:extLst>
      <p:ext uri="{BB962C8B-B14F-4D97-AF65-F5344CB8AC3E}">
        <p14:creationId xmlns:p14="http://schemas.microsoft.com/office/powerpoint/2010/main" val="31573714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0C13B-245C-3A70-99F2-CDCBD7947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245998B-F017-7A57-C82A-6FCE56038DF7}"/>
              </a:ext>
            </a:extLst>
          </p:cNvPr>
          <p:cNvSpPr txBox="1"/>
          <p:nvPr/>
        </p:nvSpPr>
        <p:spPr>
          <a:xfrm>
            <a:off x="3414408" y="1700011"/>
            <a:ext cx="7933041" cy="28527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000" b="1" kern="1200" dirty="0">
                <a:solidFill>
                  <a:schemeClr val="bg1"/>
                </a:solidFill>
                <a:latin typeface="Aptos" panose="020B0004020202020204" pitchFamily="34" charset="0"/>
                <a:ea typeface="+mj-ea"/>
                <a:cs typeface="+mj-cs"/>
              </a:rPr>
              <a:t>BranchCache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2261E4B-7D2D-769B-FE60-8B2A852B0E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14408" y="4579736"/>
            <a:ext cx="7933041" cy="1500187"/>
          </a:xfrm>
        </p:spPr>
        <p:txBody>
          <a:bodyPr vert="horz" lIns="91440" tIns="45720" rIns="91440" bIns="45720" rtlCol="0">
            <a:normAutofit/>
          </a:bodyPr>
          <a:lstStyle/>
          <a:p>
            <a:endParaRPr lang="en-US" kern="1200">
              <a:latin typeface="Aptos" panose="020B00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51898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F0F2D-EF3E-43C8-A21F-0C3AF2634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Delivery Optimization (DO)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DC081B-F334-4B8E-AA39-82B3C9A514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Peer to peer technology for non-ConfigMgr content</a:t>
            </a:r>
          </a:p>
          <a:p>
            <a:r>
              <a:rPr lang="en-US" dirty="0"/>
              <a:t>Windows 10 and Windows 11 only on the client side</a:t>
            </a:r>
          </a:p>
          <a:p>
            <a:r>
              <a:rPr lang="en-US" dirty="0"/>
              <a:t>Windows Server 2019/2022/2025</a:t>
            </a:r>
          </a:p>
          <a:p>
            <a:r>
              <a:rPr lang="en-US" dirty="0"/>
              <a:t>Distributed cache and/or Cache Server</a:t>
            </a:r>
          </a:p>
          <a:p>
            <a:r>
              <a:rPr lang="en-US" dirty="0"/>
              <a:t>Can download from multiple sources, and from multiple types</a:t>
            </a:r>
          </a:p>
          <a:p>
            <a:r>
              <a:rPr lang="en-US" dirty="0"/>
              <a:t>Requires Internet Access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6154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E0DFB2-9AA2-B34C-4DD8-CA0EDDC352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2A227EA-6F27-74A3-E54A-3951310F2947}"/>
              </a:ext>
            </a:extLst>
          </p:cNvPr>
          <p:cNvSpPr txBox="1"/>
          <p:nvPr/>
        </p:nvSpPr>
        <p:spPr>
          <a:xfrm>
            <a:off x="3414408" y="1700011"/>
            <a:ext cx="7933041" cy="28527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000" b="1" kern="1200" dirty="0">
                <a:solidFill>
                  <a:schemeClr val="bg1"/>
                </a:solidFill>
                <a:latin typeface="Aptos" panose="020B0004020202020204" pitchFamily="34" charset="0"/>
                <a:ea typeface="+mj-ea"/>
                <a:cs typeface="+mj-cs"/>
              </a:rPr>
              <a:t>Delivery Optimization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B008C21-5860-D65F-C1F2-C15F320B91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14408" y="4579736"/>
            <a:ext cx="7933041" cy="1500187"/>
          </a:xfrm>
        </p:spPr>
        <p:txBody>
          <a:bodyPr vert="horz" lIns="91440" tIns="45720" rIns="91440" bIns="45720" rtlCol="0">
            <a:normAutofit/>
          </a:bodyPr>
          <a:lstStyle/>
          <a:p>
            <a:endParaRPr lang="en-US" kern="1200">
              <a:latin typeface="Aptos" panose="020B00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324656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EF7B14-DEC8-E7A3-89F6-1D011ACAC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D6CD0-8CAC-440F-27F0-1043D1BFE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LEDBAT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CFD7DE-C48F-F312-94AD-EAE9EE850C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Hordes bandwidth</a:t>
            </a:r>
          </a:p>
          <a:p>
            <a:r>
              <a:rPr lang="en-US" dirty="0"/>
              <a:t>Server sending technology: Works on all clients</a:t>
            </a:r>
          </a:p>
          <a:p>
            <a:r>
              <a:rPr lang="en-US" dirty="0"/>
              <a:t>ConfigMgr Integration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70142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7AD248-32B8-AA1A-4A07-935676A98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F0A64DD-26F5-11CD-B4AA-885F3799F712}"/>
              </a:ext>
            </a:extLst>
          </p:cNvPr>
          <p:cNvSpPr txBox="1"/>
          <p:nvPr/>
        </p:nvSpPr>
        <p:spPr>
          <a:xfrm>
            <a:off x="3414408" y="1700011"/>
            <a:ext cx="7933041" cy="28527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000" b="1" kern="1200" dirty="0">
                <a:solidFill>
                  <a:schemeClr val="bg1"/>
                </a:solidFill>
                <a:latin typeface="Aptos" panose="020B0004020202020204" pitchFamily="34" charset="0"/>
                <a:ea typeface="+mj-ea"/>
                <a:cs typeface="+mj-cs"/>
              </a:rPr>
              <a:t>LEDBAT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405721F-DA68-4084-10AE-7D7F792ADA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14408" y="4579736"/>
            <a:ext cx="7933041" cy="1500187"/>
          </a:xfrm>
        </p:spPr>
        <p:txBody>
          <a:bodyPr vert="horz" lIns="91440" tIns="45720" rIns="91440" bIns="45720" rtlCol="0">
            <a:normAutofit/>
          </a:bodyPr>
          <a:lstStyle/>
          <a:p>
            <a:endParaRPr lang="en-US" kern="1200">
              <a:latin typeface="Aptos" panose="020B00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517677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6DA28-7105-51E0-CA87-C381D9AD3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A76FF-052D-EB34-CF36-24D38FC7F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Pre-Caching 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BA06A8-140F-C1A9-7148-28DA169D4B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Planning for Mass Deployment</a:t>
            </a:r>
          </a:p>
          <a:p>
            <a:r>
              <a:rPr lang="en-US" dirty="0"/>
              <a:t>Commonly done via Task Sequences</a:t>
            </a:r>
          </a:p>
          <a:p>
            <a:r>
              <a:rPr lang="en-US" dirty="0"/>
              <a:t>Verifying Content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23492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BE684B-63B1-3E5B-176A-2EBE37F69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AE7D7F3-CAC3-37CE-DF24-06AE34BC29FA}"/>
              </a:ext>
            </a:extLst>
          </p:cNvPr>
          <p:cNvSpPr txBox="1"/>
          <p:nvPr/>
        </p:nvSpPr>
        <p:spPr>
          <a:xfrm>
            <a:off x="3414408" y="1700011"/>
            <a:ext cx="7933041" cy="28527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000" b="1" kern="1200" dirty="0">
                <a:solidFill>
                  <a:schemeClr val="bg1"/>
                </a:solidFill>
                <a:latin typeface="Aptos" panose="020B0004020202020204" pitchFamily="34" charset="0"/>
                <a:ea typeface="+mj-ea"/>
                <a:cs typeface="+mj-cs"/>
              </a:rPr>
              <a:t>Pre-Caching Content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E4873AF-FBF4-493A-E0FD-A780DC79ED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14408" y="4579736"/>
            <a:ext cx="7933041" cy="1500187"/>
          </a:xfrm>
        </p:spPr>
        <p:txBody>
          <a:bodyPr vert="horz" lIns="91440" tIns="45720" rIns="91440" bIns="45720" rtlCol="0">
            <a:normAutofit/>
          </a:bodyPr>
          <a:lstStyle/>
          <a:p>
            <a:endParaRPr lang="en-US" kern="1200">
              <a:latin typeface="Aptos" panose="020B00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077989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7C4865-A8EA-DE9B-A9E4-A479B9FE528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7027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57818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5530864"/>
      </p:ext>
    </p:extLst>
  </p:cSld>
  <p:clrMapOvr>
    <a:masterClrMapping/>
  </p:clrMapOvr>
</p:sld>
</file>

<file path=ppt/theme/theme1.xml><?xml version="1.0" encoding="utf-8"?>
<a:theme xmlns:a="http://schemas.openxmlformats.org/drawingml/2006/main" name="Dark Mod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MS 2026 at MOA.potx" id="{D8842C19-AA0D-435F-9EEB-FA31630ABB9B}" vid="{B3EE2789-FD7D-46D1-B302-E8985430D9C8}"/>
    </a:ext>
  </a:extLst>
</a:theme>
</file>

<file path=ppt/theme/theme2.xml><?xml version="1.0" encoding="utf-8"?>
<a:theme xmlns:a="http://schemas.openxmlformats.org/drawingml/2006/main" name="Light Mod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MMS 2026 at MOA.potx" id="{D8842C19-AA0D-435F-9EEB-FA31630ABB9B}" vid="{5142D9BD-4495-4882-B39B-A8686CD3B067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6C2B4EB9DBA0D4D99806312F205649F" ma:contentTypeVersion="16" ma:contentTypeDescription="Create a new document." ma:contentTypeScope="" ma:versionID="2a16bae63b61d73282c3c1a7f3268cc9">
  <xsd:schema xmlns:xsd="http://www.w3.org/2001/XMLSchema" xmlns:xs="http://www.w3.org/2001/XMLSchema" xmlns:p="http://schemas.microsoft.com/office/2006/metadata/properties" xmlns:ns2="91dab7dc-0c72-4fe3-960b-3ab842370499" xmlns:ns3="f59a321c-55de-4878-8b3b-f07da05448e6" targetNamespace="http://schemas.microsoft.com/office/2006/metadata/properties" ma:root="true" ma:fieldsID="dd7177bca7871ee925c8e9da48ab3586" ns2:_="" ns3:_="">
    <xsd:import namespace="91dab7dc-0c72-4fe3-960b-3ab842370499"/>
    <xsd:import namespace="f59a321c-55de-4878-8b3b-f07da05448e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dab7dc-0c72-4fe3-960b-3ab84237049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4" nillable="true" ma:displayName="Location" ma:internalName="MediaServiceLocatio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f7fdbde3-cf9d-4657-b0e0-ae1cc15f3c5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9a321c-55de-4878-8b3b-f07da05448e6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9804612a-e849-4dd1-9044-7a8be63de00f}" ma:internalName="TaxCatchAll" ma:showField="CatchAllData" ma:web="f59a321c-55de-4878-8b3b-f07da05448e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1dab7dc-0c72-4fe3-960b-3ab842370499">
      <Terms xmlns="http://schemas.microsoft.com/office/infopath/2007/PartnerControls"/>
    </lcf76f155ced4ddcb4097134ff3c332f>
    <TaxCatchAll xmlns="f59a321c-55de-4878-8b3b-f07da05448e6" xsi:nil="true"/>
  </documentManagement>
</p:properties>
</file>

<file path=customXml/itemProps1.xml><?xml version="1.0" encoding="utf-8"?>
<ds:datastoreItem xmlns:ds="http://schemas.openxmlformats.org/officeDocument/2006/customXml" ds:itemID="{FBB99CDF-4DD1-4BCA-94A9-937C9978E90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6FF94A9-5D6F-4043-948D-62E92A1C9628}">
  <ds:schemaRefs>
    <ds:schemaRef ds:uri="91dab7dc-0c72-4fe3-960b-3ab842370499"/>
    <ds:schemaRef ds:uri="f59a321c-55de-4878-8b3b-f07da05448e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7CE0B4D4-529D-4984-8525-2DCCA1BEFF9D}">
  <ds:schemaRefs>
    <ds:schemaRef ds:uri="0f628621-369a-46c7-83bd-de17ca407533"/>
    <ds:schemaRef ds:uri="91dab7dc-0c72-4fe3-960b-3ab842370499"/>
    <ds:schemaRef ds:uri="994c1987-0261-432a-b2ef-a9da39f1b5e2"/>
    <ds:schemaRef ds:uri="f59a321c-55de-4878-8b3b-f07da05448e6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MMS  at MOA</Template>
  <TotalTime>25</TotalTime>
  <Words>377</Words>
  <Application>Microsoft Office PowerPoint</Application>
  <PresentationFormat>Widescreen</PresentationFormat>
  <Paragraphs>89</Paragraphs>
  <Slides>22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Aptos</vt:lpstr>
      <vt:lpstr>Aptos Display</vt:lpstr>
      <vt:lpstr>Arial</vt:lpstr>
      <vt:lpstr>Calibri</vt:lpstr>
      <vt:lpstr>Wingdings</vt:lpstr>
      <vt:lpstr>Dark Mode</vt:lpstr>
      <vt:lpstr>Light Mode</vt:lpstr>
      <vt:lpstr>Super-Speed Enhance OS Deployment Performance</vt:lpstr>
      <vt:lpstr>PowerPoint Presentation</vt:lpstr>
      <vt:lpstr>Attention</vt:lpstr>
      <vt:lpstr>Thin vs. Thick Images</vt:lpstr>
      <vt:lpstr>PowerPoint Presentation</vt:lpstr>
      <vt:lpstr>Other Performance tips! </vt:lpstr>
      <vt:lpstr>PowerPoint Presentation</vt:lpstr>
      <vt:lpstr>Delivering Content Technologies</vt:lpstr>
      <vt:lpstr>Peering Technologies for OS Deployment</vt:lpstr>
      <vt:lpstr>Peer Cache</vt:lpstr>
      <vt:lpstr>PowerPoint Presentation</vt:lpstr>
      <vt:lpstr>BranchCache</vt:lpstr>
      <vt:lpstr>PowerPoint Presentation</vt:lpstr>
      <vt:lpstr>Delivery Optimization (DO)</vt:lpstr>
      <vt:lpstr>PowerPoint Presentation</vt:lpstr>
      <vt:lpstr>LEDBAT</vt:lpstr>
      <vt:lpstr>PowerPoint Presentation</vt:lpstr>
      <vt:lpstr>Pre-Caching Content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MMS 2026 at MOA</dc:subject>
  <dc:creator>Andrew Johnson</dc:creator>
  <cp:lastModifiedBy>Johan Arwidmark</cp:lastModifiedBy>
  <cp:revision>2</cp:revision>
  <dcterms:created xsi:type="dcterms:W3CDTF">2026-03-31T21:35:54Z</dcterms:created>
  <dcterms:modified xsi:type="dcterms:W3CDTF">2026-05-04T01:54:06Z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0x010100B6C2B4EB9DBA0D4D99806312F205649F</vt:lpwstr>
  </property>
  <property fmtid="{D5CDD505-2E9C-101B-9397-08002B2CF9AE}" pid="3" name="MediaServiceImageTags">
    <vt:lpwstr/>
  </property>
</Properties>
</file>