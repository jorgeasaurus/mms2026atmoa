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38"/>
  </p:notesMasterIdLst>
  <p:handoutMasterIdLst>
    <p:handoutMasterId r:id="rId39"/>
  </p:handoutMasterIdLst>
  <p:sldIdLst>
    <p:sldId id="256" r:id="rId6"/>
    <p:sldId id="289" r:id="rId7"/>
    <p:sldId id="290" r:id="rId8"/>
    <p:sldId id="284" r:id="rId9"/>
    <p:sldId id="285" r:id="rId10"/>
    <p:sldId id="286" r:id="rId11"/>
    <p:sldId id="287" r:id="rId12"/>
    <p:sldId id="258" r:id="rId13"/>
    <p:sldId id="264" r:id="rId14"/>
    <p:sldId id="267" r:id="rId15"/>
    <p:sldId id="25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8" r:id="rId24"/>
    <p:sldId id="283" r:id="rId25"/>
    <p:sldId id="275" r:id="rId26"/>
    <p:sldId id="259" r:id="rId27"/>
    <p:sldId id="276" r:id="rId28"/>
    <p:sldId id="277" r:id="rId29"/>
    <p:sldId id="280" r:id="rId30"/>
    <p:sldId id="281" r:id="rId31"/>
    <p:sldId id="282" r:id="rId32"/>
    <p:sldId id="278" r:id="rId33"/>
    <p:sldId id="279" r:id="rId34"/>
    <p:sldId id="266" r:id="rId35"/>
    <p:sldId id="263" r:id="rId36"/>
    <p:sldId id="26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89"/>
          </p14:sldIdLst>
        </p14:section>
        <p14:section name="Presentation" id="{88398753-748C-4CE7-B81D-D95829EA2652}">
          <p14:sldIdLst>
            <p14:sldId id="290"/>
            <p14:sldId id="284"/>
            <p14:sldId id="285"/>
            <p14:sldId id="286"/>
            <p14:sldId id="287"/>
            <p14:sldId id="258"/>
            <p14:sldId id="264"/>
            <p14:sldId id="267"/>
            <p14:sldId id="257"/>
            <p14:sldId id="268"/>
            <p14:sldId id="269"/>
            <p14:sldId id="270"/>
            <p14:sldId id="271"/>
            <p14:sldId id="272"/>
            <p14:sldId id="273"/>
            <p14:sldId id="274"/>
            <p14:sldId id="288"/>
            <p14:sldId id="283"/>
            <p14:sldId id="275"/>
            <p14:sldId id="259"/>
            <p14:sldId id="276"/>
            <p14:sldId id="277"/>
            <p14:sldId id="280"/>
            <p14:sldId id="281"/>
            <p14:sldId id="282"/>
            <p14:sldId id="278"/>
            <p14:sldId id="279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18A14-40B9-49AB-840A-66D7AD2A92D9}" v="86" dt="2026-05-05T18:06:12.130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92" autoAdjust="0"/>
  </p:normalViewPr>
  <p:slideViewPr>
    <p:cSldViewPr snapToGrid="0">
      <p:cViewPr varScale="1">
        <p:scale>
          <a:sx n="59" d="100"/>
          <a:sy n="59" d="100"/>
        </p:scale>
        <p:origin x="888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icks" userId="1661e17dce1ad135" providerId="LiveId" clId="{B608F14C-0F31-49E8-B65F-7014DFBA3B94}"/>
    <pc:docChg chg="undo custSel addSld delSld modSld sldOrd modSection">
      <pc:chgData name="Richard Hicks" userId="1661e17dce1ad135" providerId="LiveId" clId="{B608F14C-0F31-49E8-B65F-7014DFBA3B94}" dt="2026-05-02T19:11:11.803" v="4413" actId="207"/>
      <pc:docMkLst>
        <pc:docMk/>
      </pc:docMkLst>
      <pc:sldChg chg="modSp add mod">
        <pc:chgData name="Richard Hicks" userId="1661e17dce1ad135" providerId="LiveId" clId="{B608F14C-0F31-49E8-B65F-7014DFBA3B94}" dt="2026-04-16T19:27:15.672" v="2809" actId="20577"/>
        <pc:sldMkLst>
          <pc:docMk/>
          <pc:sldMk cId="925676438" sldId="268"/>
        </pc:sldMkLst>
        <pc:spChg chg="mod">
          <ac:chgData name="Richard Hicks" userId="1661e17dce1ad135" providerId="LiveId" clId="{B608F14C-0F31-49E8-B65F-7014DFBA3B94}" dt="2026-04-16T19:27:15.672" v="2809" actId="20577"/>
          <ac:spMkLst>
            <pc:docMk/>
            <pc:sldMk cId="925676438" sldId="268"/>
            <ac:spMk id="3" creationId="{2E47C443-A519-CA6C-F515-F098DE1D8E32}"/>
          </ac:spMkLst>
        </pc:spChg>
      </pc:sldChg>
      <pc:sldChg chg="modSp mod modNotesTx">
        <pc:chgData name="Richard Hicks" userId="1661e17dce1ad135" providerId="LiveId" clId="{B608F14C-0F31-49E8-B65F-7014DFBA3B94}" dt="2026-04-16T19:29:35.014" v="2925" actId="20577"/>
        <pc:sldMkLst>
          <pc:docMk/>
          <pc:sldMk cId="3346548488" sldId="270"/>
        </pc:sldMkLst>
        <pc:spChg chg="mod">
          <ac:chgData name="Richard Hicks" userId="1661e17dce1ad135" providerId="LiveId" clId="{B608F14C-0F31-49E8-B65F-7014DFBA3B94}" dt="2026-04-16T19:29:31.807" v="2924" actId="20577"/>
          <ac:spMkLst>
            <pc:docMk/>
            <pc:sldMk cId="3346548488" sldId="270"/>
            <ac:spMk id="3" creationId="{2E47C443-A519-CA6C-F515-F098DE1D8E32}"/>
          </ac:spMkLst>
        </pc:spChg>
      </pc:sldChg>
      <pc:sldChg chg="modSp mod">
        <pc:chgData name="Richard Hicks" userId="1661e17dce1ad135" providerId="LiveId" clId="{B608F14C-0F31-49E8-B65F-7014DFBA3B94}" dt="2026-04-17T20:23:13.253" v="4147" actId="20577"/>
        <pc:sldMkLst>
          <pc:docMk/>
          <pc:sldMk cId="459750937" sldId="271"/>
        </pc:sldMkLst>
        <pc:spChg chg="mod">
          <ac:chgData name="Richard Hicks" userId="1661e17dce1ad135" providerId="LiveId" clId="{B608F14C-0F31-49E8-B65F-7014DFBA3B94}" dt="2026-04-17T20:23:13.253" v="4147" actId="20577"/>
          <ac:spMkLst>
            <pc:docMk/>
            <pc:sldMk cId="459750937" sldId="271"/>
            <ac:spMk id="3" creationId="{2E47C443-A519-CA6C-F515-F098DE1D8E32}"/>
          </ac:spMkLst>
        </pc:spChg>
      </pc:sldChg>
      <pc:sldChg chg="modSp mod">
        <pc:chgData name="Richard Hicks" userId="1661e17dce1ad135" providerId="LiveId" clId="{B608F14C-0F31-49E8-B65F-7014DFBA3B94}" dt="2026-04-17T20:23:57.801" v="4148" actId="20577"/>
        <pc:sldMkLst>
          <pc:docMk/>
          <pc:sldMk cId="475507562" sldId="274"/>
        </pc:sldMkLst>
        <pc:spChg chg="mod">
          <ac:chgData name="Richard Hicks" userId="1661e17dce1ad135" providerId="LiveId" clId="{B608F14C-0F31-49E8-B65F-7014DFBA3B94}" dt="2026-04-17T20:23:57.801" v="4148" actId="20577"/>
          <ac:spMkLst>
            <pc:docMk/>
            <pc:sldMk cId="475507562" sldId="274"/>
            <ac:spMk id="3" creationId="{2E47C443-A519-CA6C-F515-F098DE1D8E32}"/>
          </ac:spMkLst>
        </pc:spChg>
      </pc:sldChg>
      <pc:sldChg chg="modSp mod">
        <pc:chgData name="Richard Hicks" userId="1661e17dce1ad135" providerId="LiveId" clId="{B608F14C-0F31-49E8-B65F-7014DFBA3B94}" dt="2026-04-17T20:27:20.327" v="4369" actId="20577"/>
        <pc:sldMkLst>
          <pc:docMk/>
          <pc:sldMk cId="2978849450" sldId="279"/>
        </pc:sldMkLst>
        <pc:spChg chg="mod">
          <ac:chgData name="Richard Hicks" userId="1661e17dce1ad135" providerId="LiveId" clId="{B608F14C-0F31-49E8-B65F-7014DFBA3B94}" dt="2026-04-17T20:27:20.327" v="4369" actId="20577"/>
          <ac:spMkLst>
            <pc:docMk/>
            <pc:sldMk cId="2978849450" sldId="279"/>
            <ac:spMk id="3" creationId="{2C09B47F-EB28-CE27-4A02-FD1AA8BE4D7F}"/>
          </ac:spMkLst>
        </pc:spChg>
      </pc:sldChg>
      <pc:sldChg chg="modSp mod">
        <pc:chgData name="Richard Hicks" userId="1661e17dce1ad135" providerId="LiveId" clId="{B608F14C-0F31-49E8-B65F-7014DFBA3B94}" dt="2026-04-17T20:27:07.952" v="4368" actId="20577"/>
        <pc:sldMkLst>
          <pc:docMk/>
          <pc:sldMk cId="3024786427" sldId="281"/>
        </pc:sldMkLst>
        <pc:spChg chg="mod">
          <ac:chgData name="Richard Hicks" userId="1661e17dce1ad135" providerId="LiveId" clId="{B608F14C-0F31-49E8-B65F-7014DFBA3B94}" dt="2026-04-17T20:27:07.952" v="4368" actId="20577"/>
          <ac:spMkLst>
            <pc:docMk/>
            <pc:sldMk cId="3024786427" sldId="281"/>
            <ac:spMk id="3" creationId="{2C09B47F-EB28-CE27-4A02-FD1AA8BE4D7F}"/>
          </ac:spMkLst>
        </pc:spChg>
      </pc:sldChg>
      <pc:sldChg chg="modSp add mod">
        <pc:chgData name="Richard Hicks" userId="1661e17dce1ad135" providerId="LiveId" clId="{B608F14C-0F31-49E8-B65F-7014DFBA3B94}" dt="2026-05-02T18:22:48.785" v="4412" actId="6549"/>
        <pc:sldMkLst>
          <pc:docMk/>
          <pc:sldMk cId="2361193930" sldId="283"/>
        </pc:sldMkLst>
        <pc:spChg chg="mod">
          <ac:chgData name="Richard Hicks" userId="1661e17dce1ad135" providerId="LiveId" clId="{B608F14C-0F31-49E8-B65F-7014DFBA3B94}" dt="2026-04-16T19:35:38.334" v="3073" actId="20577"/>
          <ac:spMkLst>
            <pc:docMk/>
            <pc:sldMk cId="2361193930" sldId="283"/>
            <ac:spMk id="2" creationId="{8CB54686-E403-224A-570D-6AD1962FEB8C}"/>
          </ac:spMkLst>
        </pc:spChg>
        <pc:spChg chg="mod">
          <ac:chgData name="Richard Hicks" userId="1661e17dce1ad135" providerId="LiveId" clId="{B608F14C-0F31-49E8-B65F-7014DFBA3B94}" dt="2026-05-02T18:22:48.785" v="4412" actId="6549"/>
          <ac:spMkLst>
            <pc:docMk/>
            <pc:sldMk cId="2361193930" sldId="283"/>
            <ac:spMk id="3" creationId="{2E47C443-A519-CA6C-F515-F098DE1D8E32}"/>
          </ac:spMkLst>
        </pc:spChg>
      </pc:sldChg>
      <pc:sldChg chg="modSp add mod">
        <pc:chgData name="Richard Hicks" userId="1661e17dce1ad135" providerId="LiveId" clId="{B608F14C-0F31-49E8-B65F-7014DFBA3B94}" dt="2026-04-17T19:29:05.858" v="3366" actId="20577"/>
        <pc:sldMkLst>
          <pc:docMk/>
          <pc:sldMk cId="4146678501" sldId="284"/>
        </pc:sldMkLst>
        <pc:spChg chg="mod">
          <ac:chgData name="Richard Hicks" userId="1661e17dce1ad135" providerId="LiveId" clId="{B608F14C-0F31-49E8-B65F-7014DFBA3B94}" dt="2026-04-17T19:28:58.255" v="3325" actId="20577"/>
          <ac:spMkLst>
            <pc:docMk/>
            <pc:sldMk cId="4146678501" sldId="284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17T19:29:05.858" v="3366" actId="20577"/>
          <ac:spMkLst>
            <pc:docMk/>
            <pc:sldMk cId="4146678501" sldId="284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17T19:44:26.272" v="4005" actId="20577"/>
        <pc:sldMkLst>
          <pc:docMk/>
          <pc:sldMk cId="2703816694" sldId="285"/>
        </pc:sldMkLst>
        <pc:spChg chg="mod">
          <ac:chgData name="Richard Hicks" userId="1661e17dce1ad135" providerId="LiveId" clId="{B608F14C-0F31-49E8-B65F-7014DFBA3B94}" dt="2026-04-17T19:29:13.826" v="3380" actId="20577"/>
          <ac:spMkLst>
            <pc:docMk/>
            <pc:sldMk cId="2703816694" sldId="285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17T19:44:26.272" v="4005" actId="20577"/>
          <ac:spMkLst>
            <pc:docMk/>
            <pc:sldMk cId="2703816694" sldId="285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17T19:43:12.430" v="4000" actId="20577"/>
        <pc:sldMkLst>
          <pc:docMk/>
          <pc:sldMk cId="1577238745" sldId="286"/>
        </pc:sldMkLst>
        <pc:spChg chg="mod">
          <ac:chgData name="Richard Hicks" userId="1661e17dce1ad135" providerId="LiveId" clId="{B608F14C-0F31-49E8-B65F-7014DFBA3B94}" dt="2026-04-17T19:34:05.642" v="3657" actId="20577"/>
          <ac:spMkLst>
            <pc:docMk/>
            <pc:sldMk cId="1577238745" sldId="286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17T19:43:12.430" v="4000" actId="20577"/>
          <ac:spMkLst>
            <pc:docMk/>
            <pc:sldMk cId="1577238745" sldId="286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17T19:45:37.517" v="4047" actId="20577"/>
        <pc:sldMkLst>
          <pc:docMk/>
          <pc:sldMk cId="2892656303" sldId="287"/>
        </pc:sldMkLst>
        <pc:spChg chg="mod">
          <ac:chgData name="Richard Hicks" userId="1661e17dce1ad135" providerId="LiveId" clId="{B608F14C-0F31-49E8-B65F-7014DFBA3B94}" dt="2026-04-17T19:45:37.517" v="4047" actId="20577"/>
          <ac:spMkLst>
            <pc:docMk/>
            <pc:sldMk cId="2892656303" sldId="287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5-02T19:11:11.803" v="4413" actId="207"/>
        <pc:sldMkLst>
          <pc:docMk/>
          <pc:sldMk cId="1645861976" sldId="288"/>
        </pc:sldMkLst>
        <pc:spChg chg="mod">
          <ac:chgData name="Richard Hicks" userId="1661e17dce1ad135" providerId="LiveId" clId="{B608F14C-0F31-49E8-B65F-7014DFBA3B94}" dt="2026-05-02T19:11:11.803" v="4413" actId="207"/>
          <ac:spMkLst>
            <pc:docMk/>
            <pc:sldMk cId="1645861976" sldId="288"/>
            <ac:spMk id="3" creationId="{2E47C443-A519-CA6C-F515-F098DE1D8E32}"/>
          </ac:spMkLst>
        </pc:spChg>
      </pc:sldChg>
    </pc:docChg>
  </pc:docChgLst>
  <pc:docChgLst>
    <pc:chgData name="Richard Hicks" userId="1661e17dce1ad135" providerId="LiveId" clId="{4D96F0B7-ED60-4FE4-A028-3F93E982E1D1}"/>
    <pc:docChg chg="custSel addSld delSld modSld modMainMaster modSection">
      <pc:chgData name="Richard Hicks" userId="1661e17dce1ad135" providerId="LiveId" clId="{4D96F0B7-ED60-4FE4-A028-3F93E982E1D1}" dt="2026-05-05T18:06:12.130" v="208"/>
      <pc:docMkLst>
        <pc:docMk/>
      </pc:docMkLst>
      <pc:sldChg chg="modAnim">
        <pc:chgData name="Richard Hicks" userId="1661e17dce1ad135" providerId="LiveId" clId="{4D96F0B7-ED60-4FE4-A028-3F93E982E1D1}" dt="2026-05-05T18:06:12.130" v="208"/>
        <pc:sldMkLst>
          <pc:docMk/>
          <pc:sldMk cId="2692478915" sldId="257"/>
        </pc:sldMkLst>
      </pc:sldChg>
      <pc:sldChg chg="del">
        <pc:chgData name="Richard Hicks" userId="1661e17dce1ad135" providerId="LiveId" clId="{4D96F0B7-ED60-4FE4-A028-3F93E982E1D1}" dt="2026-05-04T00:13:03.047" v="1" actId="47"/>
        <pc:sldMkLst>
          <pc:docMk/>
          <pc:sldMk cId="2749782532" sldId="260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3743149013" sldId="264"/>
        </pc:sldMkLst>
      </pc:sldChg>
      <pc:sldChg chg="mod modShow">
        <pc:chgData name="Richard Hicks" userId="1661e17dce1ad135" providerId="LiveId" clId="{4D96F0B7-ED60-4FE4-A028-3F93E982E1D1}" dt="2026-05-04T14:43:57.091" v="207" actId="34476"/>
        <pc:sldMkLst>
          <pc:docMk/>
          <pc:sldMk cId="1651702748" sldId="266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925676438" sldId="268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3346548488" sldId="270"/>
        </pc:sldMkLst>
      </pc:sldChg>
      <pc:sldChg chg="modSp modAnim">
        <pc:chgData name="Richard Hicks" userId="1661e17dce1ad135" providerId="LiveId" clId="{4D96F0B7-ED60-4FE4-A028-3F93E982E1D1}" dt="2026-05-05T18:06:12.130" v="208"/>
        <pc:sldMkLst>
          <pc:docMk/>
          <pc:sldMk cId="459750937" sldId="271"/>
        </pc:sldMkLst>
        <pc:spChg chg="mod">
          <ac:chgData name="Richard Hicks" userId="1661e17dce1ad135" providerId="LiveId" clId="{4D96F0B7-ED60-4FE4-A028-3F93E982E1D1}" dt="2026-05-04T14:28:32.018" v="151" actId="20577"/>
          <ac:spMkLst>
            <pc:docMk/>
            <pc:sldMk cId="459750937" sldId="271"/>
            <ac:spMk id="3" creationId="{2E47C443-A519-CA6C-F515-F098DE1D8E32}"/>
          </ac:spMkLst>
        </pc:spChg>
      </pc:sldChg>
      <pc:sldChg chg="modSp modAnim">
        <pc:chgData name="Richard Hicks" userId="1661e17dce1ad135" providerId="LiveId" clId="{4D96F0B7-ED60-4FE4-A028-3F93E982E1D1}" dt="2026-05-05T18:06:12.130" v="208"/>
        <pc:sldMkLst>
          <pc:docMk/>
          <pc:sldMk cId="4254950180" sldId="273"/>
        </pc:sldMkLst>
        <pc:spChg chg="mod">
          <ac:chgData name="Richard Hicks" userId="1661e17dce1ad135" providerId="LiveId" clId="{4D96F0B7-ED60-4FE4-A028-3F93E982E1D1}" dt="2026-05-04T14:33:34.846" v="152" actId="20577"/>
          <ac:spMkLst>
            <pc:docMk/>
            <pc:sldMk cId="4254950180" sldId="273"/>
            <ac:spMk id="3" creationId="{2E47C443-A519-CA6C-F515-F098DE1D8E32}"/>
          </ac:spMkLst>
        </pc:spChg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475507562" sldId="274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2978849450" sldId="279"/>
        </pc:sldMkLst>
      </pc:sldChg>
      <pc:sldChg chg="modSp modAnim">
        <pc:chgData name="Richard Hicks" userId="1661e17dce1ad135" providerId="LiveId" clId="{4D96F0B7-ED60-4FE4-A028-3F93E982E1D1}" dt="2026-05-05T18:06:12.130" v="208"/>
        <pc:sldMkLst>
          <pc:docMk/>
          <pc:sldMk cId="3024786427" sldId="281"/>
        </pc:sldMkLst>
        <pc:spChg chg="mod">
          <ac:chgData name="Richard Hicks" userId="1661e17dce1ad135" providerId="LiveId" clId="{4D96F0B7-ED60-4FE4-A028-3F93E982E1D1}" dt="2026-05-04T14:43:02.823" v="206" actId="20577"/>
          <ac:spMkLst>
            <pc:docMk/>
            <pc:sldMk cId="3024786427" sldId="281"/>
            <ac:spMk id="3" creationId="{2C09B47F-EB28-CE27-4A02-FD1AA8BE4D7F}"/>
          </ac:spMkLst>
        </pc:spChg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2361193930" sldId="283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2703816694" sldId="285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1577238745" sldId="286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2892656303" sldId="287"/>
        </pc:sldMkLst>
      </pc:sldChg>
      <pc:sldChg chg="modAnim">
        <pc:chgData name="Richard Hicks" userId="1661e17dce1ad135" providerId="LiveId" clId="{4D96F0B7-ED60-4FE4-A028-3F93E982E1D1}" dt="2026-05-05T18:06:12.130" v="208"/>
        <pc:sldMkLst>
          <pc:docMk/>
          <pc:sldMk cId="1645861976" sldId="288"/>
        </pc:sldMkLst>
      </pc:sldChg>
      <pc:sldChg chg="add">
        <pc:chgData name="Richard Hicks" userId="1661e17dce1ad135" providerId="LiveId" clId="{4D96F0B7-ED60-4FE4-A028-3F93E982E1D1}" dt="2026-05-04T00:13:00.227" v="0"/>
        <pc:sldMkLst>
          <pc:docMk/>
          <pc:sldMk cId="989473778" sldId="289"/>
        </pc:sldMkLst>
      </pc:sldChg>
      <pc:sldChg chg="modSp add mod">
        <pc:chgData name="Richard Hicks" userId="1661e17dce1ad135" providerId="LiveId" clId="{4D96F0B7-ED60-4FE4-A028-3F93E982E1D1}" dt="2026-05-04T00:28:49.318" v="123" actId="20577"/>
        <pc:sldMkLst>
          <pc:docMk/>
          <pc:sldMk cId="1519192517" sldId="290"/>
        </pc:sldMkLst>
        <pc:spChg chg="mod">
          <ac:chgData name="Richard Hicks" userId="1661e17dce1ad135" providerId="LiveId" clId="{4D96F0B7-ED60-4FE4-A028-3F93E982E1D1}" dt="2026-05-04T00:28:41.839" v="91" actId="20577"/>
          <ac:spMkLst>
            <pc:docMk/>
            <pc:sldMk cId="1519192517" sldId="290"/>
            <ac:spMk id="4" creationId="{2FD73D28-962F-8E43-5907-544A140D2750}"/>
          </ac:spMkLst>
        </pc:spChg>
        <pc:spChg chg="mod">
          <ac:chgData name="Richard Hicks" userId="1661e17dce1ad135" providerId="LiveId" clId="{4D96F0B7-ED60-4FE4-A028-3F93E982E1D1}" dt="2026-05-04T00:28:49.318" v="123" actId="20577"/>
          <ac:spMkLst>
            <pc:docMk/>
            <pc:sldMk cId="1519192517" sldId="290"/>
            <ac:spMk id="5" creationId="{3B30A130-0D00-7790-26E9-044787E6435F}"/>
          </ac:spMkLst>
        </pc:spChg>
      </pc:sldChg>
      <pc:sldChg chg="modSp add del mod">
        <pc:chgData name="Richard Hicks" userId="1661e17dce1ad135" providerId="LiveId" clId="{4D96F0B7-ED60-4FE4-A028-3F93E982E1D1}" dt="2026-05-04T00:16:54.997" v="71" actId="47"/>
        <pc:sldMkLst>
          <pc:docMk/>
          <pc:sldMk cId="4257818743" sldId="290"/>
        </pc:sldMkLst>
        <pc:spChg chg="mod">
          <ac:chgData name="Richard Hicks" userId="1661e17dce1ad135" providerId="LiveId" clId="{4D96F0B7-ED60-4FE4-A028-3F93E982E1D1}" dt="2026-05-04T00:15:08.736" v="11" actId="20577"/>
          <ac:spMkLst>
            <pc:docMk/>
            <pc:sldMk cId="4257818743" sldId="290"/>
            <ac:spMk id="2" creationId="{82BAA5B3-89D5-147C-A57E-6754B8093C4B}"/>
          </ac:spMkLst>
        </pc:spChg>
        <pc:spChg chg="mod">
          <ac:chgData name="Richard Hicks" userId="1661e17dce1ad135" providerId="LiveId" clId="{4D96F0B7-ED60-4FE4-A028-3F93E982E1D1}" dt="2026-05-04T00:15:59.619" v="70" actId="20577"/>
          <ac:spMkLst>
            <pc:docMk/>
            <pc:sldMk cId="4257818743" sldId="290"/>
            <ac:spMk id="3" creationId="{C595F291-B9CB-60BF-7307-F3FFC90C9734}"/>
          </ac:spMkLst>
        </pc:spChg>
      </pc:sldChg>
      <pc:sldMasterChg chg="modSldLayout">
        <pc:chgData name="Richard Hicks" userId="1661e17dce1ad135" providerId="LiveId" clId="{4D96F0B7-ED60-4FE4-A028-3F93E982E1D1}" dt="2026-05-05T18:06:12.130" v="208"/>
        <pc:sldMasterMkLst>
          <pc:docMk/>
          <pc:sldMasterMk cId="102125104" sldId="2147483648"/>
        </pc:sldMasterMkLst>
        <pc:sldLayoutChg chg="addAnim delAnim modAnim">
          <pc:chgData name="Richard Hicks" userId="1661e17dce1ad135" providerId="LiveId" clId="{4D96F0B7-ED60-4FE4-A028-3F93E982E1D1}" dt="2026-05-05T18:06:12.130" v="208"/>
          <pc:sldLayoutMkLst>
            <pc:docMk/>
            <pc:sldMasterMk cId="102125104" sldId="2147483648"/>
            <pc:sldLayoutMk cId="4148940777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23D28-DA0A-4B3B-9CF5-164459F0BA8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CEB20-1FFC-429E-BA44-840B519F3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5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CEB20-1FFC-429E-BA44-840B519F3B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CEB20-1FFC-429E-BA44-840B519F3B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4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CEB20-1FFC-429E-BA44-840B519F3B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5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Zero to Certificates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5 Minutes with Cloud PKI for Microsoft Intune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wearing a green hat&#10;&#10;AI-generated content may be incorrect.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9899" r="4066" b="-178"/>
          <a:stretch>
            <a:fillRect/>
          </a:stretch>
        </p:blipFill>
        <p:spPr>
          <a:xfrm>
            <a:off x="6968968" y="1653749"/>
            <a:ext cx="2807589" cy="255152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/>
              <a:t>Richard Hicks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/>
              <a:t>Adam Gross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/>
              <a:t>@richardhicks</a:t>
            </a:r>
          </a:p>
          <a:p>
            <a:r>
              <a:rPr lang="en-US"/>
              <a:t>in/</a:t>
            </a:r>
            <a:r>
              <a:rPr lang="en-US" err="1"/>
              <a:t>RichardHicks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/>
              <a:t>Richard M. Hicks Consulting, Inc.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5C5DC3-7C1D-6B17-2EA3-A2E14AEDA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6890" y="5261368"/>
            <a:ext cx="457240" cy="457240"/>
          </a:xfrm>
          <a:prstGeom prst="rect">
            <a:avLst/>
          </a:prstGeo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918C21B4-2DAB-A932-B3F5-43A9E1B2282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>
            <a:fillRect/>
          </a:stretch>
        </p:blipFill>
        <p:spPr>
          <a:xfrm>
            <a:off x="2506436" y="1646750"/>
            <a:ext cx="2703513" cy="2538413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41BDB1-7884-D53C-CE8F-D5F66A5B8D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MVP and Co-Host, Intune Training</a:t>
            </a:r>
            <a:endParaRPr lang="en-US" sz="220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EBD6887-5D49-34FE-F08D-0A081422B9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AdamGrossTX</a:t>
            </a:r>
            <a:endParaRPr lang="en-US">
              <a:solidFill>
                <a:srgbClr val="000000"/>
              </a:solidFill>
            </a:endParaRPr>
          </a:p>
          <a:p>
            <a:r>
              <a:rPr lang="en-US"/>
              <a:t>in/asquaredozen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7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we use certificates for?</a:t>
            </a:r>
          </a:p>
        </p:txBody>
      </p:sp>
    </p:spTree>
    <p:extLst>
      <p:ext uri="{BB962C8B-B14F-4D97-AF65-F5344CB8AC3E}">
        <p14:creationId xmlns:p14="http://schemas.microsoft.com/office/powerpoint/2010/main" val="151919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Intune and Certificates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 with the Intune Certificate Connector</a:t>
            </a:r>
          </a:p>
        </p:txBody>
      </p:sp>
    </p:spTree>
    <p:extLst>
      <p:ext uri="{BB962C8B-B14F-4D97-AF65-F5344CB8AC3E}">
        <p14:creationId xmlns:p14="http://schemas.microsoft.com/office/powerpoint/2010/main" val="414667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Intune Certificate Connector</a:t>
            </a:r>
          </a:p>
          <a:p>
            <a:pPr lvl="1"/>
            <a:r>
              <a:rPr lang="en-US" dirty="0"/>
              <a:t>Lightweight software agent</a:t>
            </a:r>
          </a:p>
          <a:p>
            <a:pPr lvl="1"/>
            <a:r>
              <a:rPr lang="en-US" dirty="0"/>
              <a:t>One or more on-premises servers</a:t>
            </a:r>
          </a:p>
          <a:p>
            <a:endParaRPr lang="en-US" dirty="0"/>
          </a:p>
          <a:p>
            <a:r>
              <a:rPr lang="en-US" dirty="0"/>
              <a:t>Intune Device Policies</a:t>
            </a:r>
          </a:p>
          <a:p>
            <a:pPr lvl="1"/>
            <a:r>
              <a:rPr lang="en-US" dirty="0"/>
              <a:t>PKCS</a:t>
            </a:r>
          </a:p>
          <a:p>
            <a:pPr lvl="1"/>
            <a:r>
              <a:rPr lang="en-US" dirty="0"/>
              <a:t>SCEP</a:t>
            </a:r>
          </a:p>
        </p:txBody>
      </p:sp>
    </p:spTree>
    <p:extLst>
      <p:ext uri="{BB962C8B-B14F-4D97-AF65-F5344CB8AC3E}">
        <p14:creationId xmlns:p14="http://schemas.microsoft.com/office/powerpoint/2010/main" val="270381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Intune Certificate Connector</a:t>
            </a:r>
          </a:p>
          <a:p>
            <a:pPr lvl="1"/>
            <a:r>
              <a:rPr lang="en-US" dirty="0"/>
              <a:t>Requires VM(s)</a:t>
            </a:r>
          </a:p>
          <a:p>
            <a:pPr lvl="1"/>
            <a:r>
              <a:rPr lang="en-US" dirty="0"/>
              <a:t>Windows Server license</a:t>
            </a:r>
          </a:p>
          <a:p>
            <a:pPr lvl="1"/>
            <a:r>
              <a:rPr lang="en-US" dirty="0"/>
              <a:t>Host resources (CPU, memory, disk, network)</a:t>
            </a:r>
          </a:p>
          <a:p>
            <a:pPr lvl="1"/>
            <a:r>
              <a:rPr lang="en-US" dirty="0"/>
              <a:t>Must be managed, monitored, updated, etc.</a:t>
            </a:r>
          </a:p>
          <a:p>
            <a:pPr lvl="1"/>
            <a:r>
              <a:rPr lang="en-US" dirty="0"/>
              <a:t>Certificates expire!</a:t>
            </a:r>
          </a:p>
        </p:txBody>
      </p:sp>
    </p:spTree>
    <p:extLst>
      <p:ext uri="{BB962C8B-B14F-4D97-AF65-F5344CB8AC3E}">
        <p14:creationId xmlns:p14="http://schemas.microsoft.com/office/powerpoint/2010/main" val="157723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PKCS</a:t>
            </a:r>
          </a:p>
          <a:p>
            <a:pPr lvl="1"/>
            <a:r>
              <a:rPr lang="en-US" dirty="0"/>
              <a:t>Easy to configure</a:t>
            </a:r>
          </a:p>
          <a:p>
            <a:pPr lvl="1"/>
            <a:r>
              <a:rPr lang="en-US" dirty="0"/>
              <a:t>Challenges with re-issuance</a:t>
            </a:r>
          </a:p>
          <a:p>
            <a:pPr lvl="1"/>
            <a:r>
              <a:rPr lang="en-US" dirty="0"/>
              <a:t>Known limitations with Autopilot</a:t>
            </a:r>
          </a:p>
          <a:p>
            <a:endParaRPr lang="en-US" dirty="0"/>
          </a:p>
          <a:p>
            <a:r>
              <a:rPr lang="en-US" dirty="0"/>
              <a:t>SCEP</a:t>
            </a:r>
          </a:p>
          <a:p>
            <a:pPr lvl="1"/>
            <a:r>
              <a:rPr lang="en-US" dirty="0"/>
              <a:t>Difficult to configure</a:t>
            </a:r>
          </a:p>
          <a:p>
            <a:pPr lvl="1"/>
            <a:r>
              <a:rPr lang="en-US" dirty="0"/>
              <a:t>Inbound networking requirements</a:t>
            </a:r>
          </a:p>
          <a:p>
            <a:pPr lvl="1"/>
            <a:r>
              <a:rPr lang="en-US" dirty="0"/>
              <a:t>Limited deployment flexibility</a:t>
            </a:r>
          </a:p>
        </p:txBody>
      </p:sp>
    </p:spTree>
    <p:extLst>
      <p:ext uri="{BB962C8B-B14F-4D97-AF65-F5344CB8AC3E}">
        <p14:creationId xmlns:p14="http://schemas.microsoft.com/office/powerpoint/2010/main" val="289265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PKI for Intune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is. What it isn’t.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PKI for Intune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PKI-as-a-Service</a:t>
            </a:r>
          </a:p>
          <a:p>
            <a:r>
              <a:rPr lang="en-US" dirty="0"/>
              <a:t>Fully Cloud-Hosted</a:t>
            </a:r>
          </a:p>
          <a:p>
            <a:pPr lvl="1"/>
            <a:r>
              <a:rPr lang="en-US" dirty="0"/>
              <a:t>Root CA</a:t>
            </a:r>
          </a:p>
          <a:p>
            <a:pPr lvl="1"/>
            <a:r>
              <a:rPr lang="en-US" dirty="0"/>
              <a:t>Issuing CA</a:t>
            </a:r>
          </a:p>
          <a:p>
            <a:pPr lvl="1"/>
            <a:r>
              <a:rPr lang="en-US" dirty="0"/>
              <a:t>AIA/CDP</a:t>
            </a:r>
          </a:p>
          <a:p>
            <a:pPr lvl="1"/>
            <a:r>
              <a:rPr lang="en-US" dirty="0"/>
              <a:t>SCEP server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does well.</a:t>
            </a:r>
          </a:p>
        </p:txBody>
      </p:sp>
    </p:spTree>
    <p:extLst>
      <p:ext uri="{BB962C8B-B14F-4D97-AF65-F5344CB8AC3E}">
        <p14:creationId xmlns:p14="http://schemas.microsoft.com/office/powerpoint/2010/main" val="245381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Deploy</a:t>
            </a:r>
          </a:p>
          <a:p>
            <a:r>
              <a:rPr lang="en-US" dirty="0"/>
              <a:t> Turn-Key Operation</a:t>
            </a:r>
          </a:p>
          <a:p>
            <a:r>
              <a:rPr lang="en-US" dirty="0"/>
              <a:t>Low Maintenance</a:t>
            </a:r>
          </a:p>
          <a:p>
            <a:r>
              <a:rPr lang="en-US" dirty="0"/>
              <a:t>Automated Revocation</a:t>
            </a:r>
          </a:p>
          <a:p>
            <a:r>
              <a:rPr lang="en-US" dirty="0"/>
              <a:t>Reporting (sort of)</a:t>
            </a:r>
          </a:p>
        </p:txBody>
      </p:sp>
    </p:spTree>
    <p:extLst>
      <p:ext uri="{BB962C8B-B14F-4D97-AF65-F5344CB8AC3E}">
        <p14:creationId xmlns:p14="http://schemas.microsoft.com/office/powerpoint/2010/main" val="269247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On-Premises Infrastructure</a:t>
            </a:r>
          </a:p>
          <a:p>
            <a:r>
              <a:rPr lang="en-US" dirty="0"/>
              <a:t> Multiplatform Support</a:t>
            </a:r>
          </a:p>
          <a:p>
            <a:r>
              <a:rPr lang="en-US" dirty="0"/>
              <a:t>Extend Existing PKI</a:t>
            </a:r>
          </a:p>
          <a:p>
            <a:r>
              <a:rPr lang="en-US" dirty="0"/>
              <a:t>Integration with On-Premises AD</a:t>
            </a:r>
          </a:p>
        </p:txBody>
      </p:sp>
    </p:spTree>
    <p:extLst>
      <p:ext uri="{BB962C8B-B14F-4D97-AF65-F5344CB8AC3E}">
        <p14:creationId xmlns:p14="http://schemas.microsoft.com/office/powerpoint/2010/main" val="92567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doesn’t do well (or at all).</a:t>
            </a:r>
          </a:p>
        </p:txBody>
      </p:sp>
    </p:spTree>
    <p:extLst>
      <p:ext uri="{BB962C8B-B14F-4D97-AF65-F5344CB8AC3E}">
        <p14:creationId xmlns:p14="http://schemas.microsoft.com/office/powerpoint/2010/main" val="4088238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Intune Managed Devices Only</a:t>
            </a:r>
          </a:p>
          <a:p>
            <a:r>
              <a:rPr lang="en-US" dirty="0"/>
              <a:t>Maximum 6 CAs</a:t>
            </a:r>
          </a:p>
          <a:p>
            <a:pPr lvl="1"/>
            <a:r>
              <a:rPr lang="en-US" dirty="0"/>
              <a:t>Any combination of root and issuing CAs</a:t>
            </a:r>
          </a:p>
          <a:p>
            <a:r>
              <a:rPr lang="en-US" dirty="0"/>
              <a:t>RSA Only</a:t>
            </a:r>
          </a:p>
          <a:p>
            <a:pPr lvl="1"/>
            <a:r>
              <a:rPr lang="en-US" dirty="0"/>
              <a:t>No support for ECC</a:t>
            </a:r>
          </a:p>
          <a:p>
            <a:r>
              <a:rPr lang="en-US" dirty="0"/>
              <a:t>No CA Key Renewal</a:t>
            </a:r>
          </a:p>
          <a:p>
            <a:r>
              <a:rPr lang="en-US" dirty="0"/>
              <a:t>No Key Archival/Recovery</a:t>
            </a:r>
          </a:p>
          <a:p>
            <a:r>
              <a:rPr lang="en-US" dirty="0"/>
              <a:t>No Key Attestation</a:t>
            </a:r>
          </a:p>
        </p:txBody>
      </p:sp>
    </p:spTree>
    <p:extLst>
      <p:ext uri="{BB962C8B-B14F-4D97-AF65-F5344CB8AC3E}">
        <p14:creationId xmlns:p14="http://schemas.microsoft.com/office/powerpoint/2010/main" val="334654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Deployment Flexibility</a:t>
            </a:r>
          </a:p>
          <a:p>
            <a:pPr lvl="1"/>
            <a:r>
              <a:rPr lang="en-US" dirty="0"/>
              <a:t>Explicit application policy configuration</a:t>
            </a:r>
          </a:p>
          <a:p>
            <a:r>
              <a:rPr lang="en-US" dirty="0"/>
              <a:t>No Server Certificates</a:t>
            </a:r>
          </a:p>
          <a:p>
            <a:r>
              <a:rPr lang="en-US" dirty="0"/>
              <a:t>Licensing Costs</a:t>
            </a:r>
          </a:p>
          <a:p>
            <a:pPr lvl="1"/>
            <a:r>
              <a:rPr lang="en-US" dirty="0"/>
              <a:t>Intune Suite ($10.00 USD/month)</a:t>
            </a:r>
          </a:p>
          <a:p>
            <a:pPr lvl="1"/>
            <a:r>
              <a:rPr lang="en-US" dirty="0"/>
              <a:t>Cloud PKI add-on ($2.00 USD/month)</a:t>
            </a:r>
          </a:p>
          <a:p>
            <a:r>
              <a:rPr lang="en-US" dirty="0"/>
              <a:t>Coming to M365 E5 (June 2026)</a:t>
            </a:r>
          </a:p>
        </p:txBody>
      </p:sp>
    </p:spTree>
    <p:extLst>
      <p:ext uri="{BB962C8B-B14F-4D97-AF65-F5344CB8AC3E}">
        <p14:creationId xmlns:p14="http://schemas.microsoft.com/office/powerpoint/2010/main" val="459750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for Cloud PKI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Decisions, decisions…</a:t>
            </a:r>
          </a:p>
        </p:txBody>
      </p:sp>
    </p:spTree>
    <p:extLst>
      <p:ext uri="{BB962C8B-B14F-4D97-AF65-F5344CB8AC3E}">
        <p14:creationId xmlns:p14="http://schemas.microsoft.com/office/powerpoint/2010/main" val="31469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Deployment Model</a:t>
            </a:r>
          </a:p>
          <a:p>
            <a:pPr lvl="1"/>
            <a:r>
              <a:rPr lang="en-US" dirty="0"/>
              <a:t>Cloud native</a:t>
            </a:r>
          </a:p>
          <a:p>
            <a:pPr lvl="1"/>
            <a:r>
              <a:rPr lang="en-US" dirty="0"/>
              <a:t>BYOCA (extend on-premises PKI)</a:t>
            </a:r>
          </a:p>
          <a:p>
            <a:r>
              <a:rPr lang="en-US" dirty="0"/>
              <a:t>Key Storage</a:t>
            </a:r>
          </a:p>
          <a:p>
            <a:pPr lvl="1"/>
            <a:r>
              <a:rPr lang="en-US" dirty="0"/>
              <a:t>HSM (recommended - requires Cloud PKI for Intune license)</a:t>
            </a:r>
          </a:p>
          <a:p>
            <a:pPr lvl="1"/>
            <a:r>
              <a:rPr lang="en-US" dirty="0"/>
              <a:t>Software (used for trial license)</a:t>
            </a:r>
          </a:p>
          <a:p>
            <a:r>
              <a:rPr lang="en-US" dirty="0"/>
              <a:t>Validity Period</a:t>
            </a:r>
          </a:p>
          <a:p>
            <a:pPr lvl="1"/>
            <a:r>
              <a:rPr lang="en-US" dirty="0"/>
              <a:t>Root CA</a:t>
            </a:r>
          </a:p>
          <a:p>
            <a:pPr lvl="1"/>
            <a:r>
              <a:rPr lang="en-US" dirty="0"/>
              <a:t>Issuing CA</a:t>
            </a:r>
          </a:p>
        </p:txBody>
      </p:sp>
    </p:spTree>
    <p:extLst>
      <p:ext uri="{BB962C8B-B14F-4D97-AF65-F5344CB8AC3E}">
        <p14:creationId xmlns:p14="http://schemas.microsoft.com/office/powerpoint/2010/main" val="4254950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Type and Size</a:t>
            </a:r>
          </a:p>
          <a:p>
            <a:pPr lvl="1"/>
            <a:r>
              <a:rPr lang="en-US" dirty="0"/>
              <a:t>RSA 2048, 3072, 4096</a:t>
            </a:r>
          </a:p>
          <a:p>
            <a:r>
              <a:rPr lang="en-US" dirty="0"/>
              <a:t>Hashing Algorithm</a:t>
            </a:r>
          </a:p>
          <a:p>
            <a:pPr lvl="1"/>
            <a:r>
              <a:rPr lang="en-US" dirty="0"/>
              <a:t>SHA-256, SHA-384, SHA-512</a:t>
            </a:r>
          </a:p>
          <a:p>
            <a:r>
              <a:rPr lang="en-US" dirty="0"/>
              <a:t>Extended Key Usage (EKU)</a:t>
            </a:r>
          </a:p>
          <a:p>
            <a:pPr lvl="1"/>
            <a:r>
              <a:rPr lang="en-US" dirty="0"/>
              <a:t>Standard EKUs</a:t>
            </a:r>
          </a:p>
          <a:p>
            <a:pPr lvl="1"/>
            <a:r>
              <a:rPr lang="en-US" dirty="0"/>
              <a:t>Custom EKUs</a:t>
            </a:r>
          </a:p>
        </p:txBody>
      </p:sp>
    </p:spTree>
    <p:extLst>
      <p:ext uri="{BB962C8B-B14F-4D97-AF65-F5344CB8AC3E}">
        <p14:creationId xmlns:p14="http://schemas.microsoft.com/office/powerpoint/2010/main" val="475507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9055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Server Authentication (1.3.6.1.5.5.7.3.1)</a:t>
            </a:r>
          </a:p>
          <a:p>
            <a:r>
              <a:rPr lang="en-US" dirty="0">
                <a:solidFill>
                  <a:srgbClr val="FFFF00"/>
                </a:solidFill>
              </a:rPr>
              <a:t>Client Authentication (1.3.6.1.5.5.7.3.2)</a:t>
            </a:r>
          </a:p>
          <a:p>
            <a:r>
              <a:rPr lang="en-US" dirty="0"/>
              <a:t>Code Signing (1.3.6.1.5.5.7.3.3)</a:t>
            </a:r>
          </a:p>
          <a:p>
            <a:r>
              <a:rPr lang="en-US" dirty="0">
                <a:solidFill>
                  <a:srgbClr val="FFFF00"/>
                </a:solidFill>
              </a:rPr>
              <a:t>Email Protection (1.3.6.1.5.5.7.3.4)</a:t>
            </a:r>
          </a:p>
          <a:p>
            <a:r>
              <a:rPr lang="en-US" dirty="0"/>
              <a:t>IPSEC End System (1.3.6.1.5.5.7.3.5)</a:t>
            </a:r>
          </a:p>
          <a:p>
            <a:r>
              <a:rPr lang="en-US" dirty="0"/>
              <a:t>IPSEC Tunnel (1.3.6.1.5.5.7.3.6)</a:t>
            </a:r>
          </a:p>
          <a:p>
            <a:r>
              <a:rPr lang="en-US" dirty="0"/>
              <a:t>IPSEC User (1.3.6.1.5.5.7.3.7)</a:t>
            </a:r>
          </a:p>
          <a:p>
            <a:r>
              <a:rPr lang="en-US" dirty="0"/>
              <a:t>Time Stamping (1.3.6.1.5.5.7.3.8)</a:t>
            </a:r>
          </a:p>
          <a:p>
            <a:r>
              <a:rPr lang="en-US" dirty="0"/>
              <a:t>OCSP Signing (1.3.6.1.5.5.7.3.9)</a:t>
            </a:r>
          </a:p>
          <a:p>
            <a:r>
              <a:rPr lang="en-US" dirty="0">
                <a:solidFill>
                  <a:srgbClr val="FFFF00"/>
                </a:solidFill>
              </a:rPr>
              <a:t>Smartcard Logon (1.3.6.1.4.1.311.20.2.2)</a:t>
            </a:r>
          </a:p>
          <a:p>
            <a:r>
              <a:rPr lang="en-US" dirty="0"/>
              <a:t>MAC Address (1.3.6.1.1.1.1.22)</a:t>
            </a:r>
          </a:p>
        </p:txBody>
      </p:sp>
    </p:spTree>
    <p:extLst>
      <p:ext uri="{BB962C8B-B14F-4D97-AF65-F5344CB8AC3E}">
        <p14:creationId xmlns:p14="http://schemas.microsoft.com/office/powerpoint/2010/main" val="164586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Recommended EKUs</a:t>
            </a:r>
          </a:p>
          <a:p>
            <a:pPr lvl="1"/>
            <a:r>
              <a:rPr lang="en-US" dirty="0"/>
              <a:t>Document Signing (1.3.6.1.4.1.311.10.3.12)</a:t>
            </a:r>
          </a:p>
          <a:p>
            <a:pPr lvl="1"/>
            <a:r>
              <a:rPr lang="en-US" dirty="0"/>
              <a:t>Document Encryption (1.3.6.1.4.1.311.80.1)</a:t>
            </a:r>
          </a:p>
          <a:p>
            <a:pPr lvl="1"/>
            <a:r>
              <a:rPr lang="en-US" dirty="0"/>
              <a:t>IP Security IKE Intermediate (1.3.6.1.5.5.8.2.2)</a:t>
            </a:r>
          </a:p>
          <a:p>
            <a:pPr lvl="1"/>
            <a:r>
              <a:rPr lang="en-US" dirty="0"/>
              <a:t>Remote Desktop Authentication (1.3.6.1.4.1.311.54.1.2)</a:t>
            </a:r>
          </a:p>
          <a:p>
            <a:r>
              <a:rPr lang="en-US" dirty="0"/>
              <a:t>Custom EKUs</a:t>
            </a:r>
          </a:p>
          <a:p>
            <a:pPr lvl="1"/>
            <a:r>
              <a:rPr lang="en-US" dirty="0"/>
              <a:t>VPN</a:t>
            </a:r>
          </a:p>
          <a:p>
            <a:pPr lvl="1"/>
            <a:r>
              <a:rPr lang="en-US" dirty="0"/>
              <a:t>Wi-Fi</a:t>
            </a:r>
          </a:p>
          <a:p>
            <a:pPr lvl="1"/>
            <a:r>
              <a:rPr lang="en-US" dirty="0"/>
              <a:t>Other applications</a:t>
            </a:r>
          </a:p>
          <a:p>
            <a:pPr lvl="1"/>
            <a:r>
              <a:rPr lang="en-US" dirty="0"/>
              <a:t>Entra Conditional Access</a:t>
            </a:r>
          </a:p>
        </p:txBody>
      </p:sp>
    </p:spTree>
    <p:extLst>
      <p:ext uri="{BB962C8B-B14F-4D97-AF65-F5344CB8AC3E}">
        <p14:creationId xmlns:p14="http://schemas.microsoft.com/office/powerpoint/2010/main" val="2361193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E05773-674F-87A0-0E77-4B89B04C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Settings Cannot Be Changed After Deployment!</a:t>
            </a:r>
          </a:p>
        </p:txBody>
      </p:sp>
    </p:spTree>
    <p:extLst>
      <p:ext uri="{BB962C8B-B14F-4D97-AF65-F5344CB8AC3E}">
        <p14:creationId xmlns:p14="http://schemas.microsoft.com/office/powerpoint/2010/main" val="3072090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a Two-Tier PKI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just 5 minutes(</a:t>
            </a:r>
            <a:r>
              <a:rPr lang="en-US" dirty="0" err="1"/>
              <a:t>ish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 Trusted Certificates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and issuing CA certificates</a:t>
            </a:r>
          </a:p>
        </p:txBody>
      </p:sp>
    </p:spTree>
    <p:extLst>
      <p:ext uri="{BB962C8B-B14F-4D97-AF65-F5344CB8AC3E}">
        <p14:creationId xmlns:p14="http://schemas.microsoft.com/office/powerpoint/2010/main" val="2553441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End-Entity Certificates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referred to as ‘leaf’ certificates</a:t>
            </a:r>
          </a:p>
        </p:txBody>
      </p:sp>
    </p:spTree>
    <p:extLst>
      <p:ext uri="{BB962C8B-B14F-4D97-AF65-F5344CB8AC3E}">
        <p14:creationId xmlns:p14="http://schemas.microsoft.com/office/powerpoint/2010/main" val="2575967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BYOCA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Extending on-premises AD CS</a:t>
            </a:r>
          </a:p>
        </p:txBody>
      </p:sp>
    </p:spTree>
    <p:extLst>
      <p:ext uri="{BB962C8B-B14F-4D97-AF65-F5344CB8AC3E}">
        <p14:creationId xmlns:p14="http://schemas.microsoft.com/office/powerpoint/2010/main" val="1102205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42C3B-3BCB-E08B-4DF2-B3E5F850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D9BE-D465-8237-28BD-10A0F374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BYOCA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B47F-EB28-CE27-4A02-FD1AA8BE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On-Premises Root CA</a:t>
            </a:r>
          </a:p>
          <a:p>
            <a:r>
              <a:rPr lang="en-US" dirty="0"/>
              <a:t>Cloud PKI Issuing CA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Maintain existing root of trust</a:t>
            </a:r>
          </a:p>
          <a:p>
            <a:pPr lvl="1"/>
            <a:r>
              <a:rPr lang="en-US" dirty="0"/>
              <a:t>Extend AD CS to the cloud</a:t>
            </a:r>
          </a:p>
          <a:p>
            <a:r>
              <a:rPr lang="en-US" dirty="0"/>
              <a:t>Modern Management</a:t>
            </a:r>
          </a:p>
          <a:p>
            <a:pPr lvl="1"/>
            <a:r>
              <a:rPr lang="en-US" dirty="0"/>
              <a:t>On-premises CA for domain-joined resources</a:t>
            </a:r>
          </a:p>
          <a:p>
            <a:pPr lvl="1"/>
            <a:r>
              <a:rPr lang="en-US" dirty="0"/>
              <a:t>Cloud CA for native Entra-joined entities</a:t>
            </a:r>
          </a:p>
        </p:txBody>
      </p:sp>
    </p:spTree>
    <p:extLst>
      <p:ext uri="{BB962C8B-B14F-4D97-AF65-F5344CB8AC3E}">
        <p14:creationId xmlns:p14="http://schemas.microsoft.com/office/powerpoint/2010/main" val="3024786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BYOCA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Subordinate Cloud PKI issuing CA to on-premises root</a:t>
            </a:r>
          </a:p>
        </p:txBody>
      </p:sp>
    </p:spTree>
    <p:extLst>
      <p:ext uri="{BB962C8B-B14F-4D97-AF65-F5344CB8AC3E}">
        <p14:creationId xmlns:p14="http://schemas.microsoft.com/office/powerpoint/2010/main" val="575888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8FDC-4053-4025-ECF4-55442D22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AA3D1F-28C7-1B74-EA2C-C270C462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7E406-7865-23A5-A5BC-103365891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final thoughts…</a:t>
            </a:r>
          </a:p>
        </p:txBody>
      </p:sp>
    </p:spTree>
    <p:extLst>
      <p:ext uri="{BB962C8B-B14F-4D97-AF65-F5344CB8AC3E}">
        <p14:creationId xmlns:p14="http://schemas.microsoft.com/office/powerpoint/2010/main" val="1434463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42C3B-3BCB-E08B-4DF2-B3E5F850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D9BE-D465-8237-28BD-10A0F374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B47F-EB28-CE27-4A02-FD1AA8BE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Deployments</a:t>
            </a:r>
          </a:p>
          <a:p>
            <a:pPr lvl="1"/>
            <a:r>
              <a:rPr lang="en-US" dirty="0"/>
              <a:t>Leverage BYOCA</a:t>
            </a:r>
          </a:p>
          <a:p>
            <a:pPr lvl="1"/>
            <a:r>
              <a:rPr lang="en-US" dirty="0"/>
              <a:t>On-premises AD CS for AD-managed users/devices</a:t>
            </a:r>
          </a:p>
          <a:p>
            <a:pPr lvl="1"/>
            <a:r>
              <a:rPr lang="en-US" dirty="0"/>
              <a:t>Cloud PKI for Intune-managed users/devices</a:t>
            </a:r>
          </a:p>
          <a:p>
            <a:endParaRPr lang="en-US"/>
          </a:p>
          <a:p>
            <a:r>
              <a:rPr lang="en-US"/>
              <a:t>Cloud </a:t>
            </a:r>
            <a:r>
              <a:rPr lang="en-US" dirty="0"/>
              <a:t>Native</a:t>
            </a:r>
          </a:p>
          <a:p>
            <a:pPr lvl="1"/>
            <a:r>
              <a:rPr lang="en-US" dirty="0"/>
              <a:t>No requirement for server certificates</a:t>
            </a:r>
          </a:p>
          <a:p>
            <a:pPr lvl="1"/>
            <a:r>
              <a:rPr lang="en-US" dirty="0"/>
              <a:t>No cloud RADIUS (must use third-party)</a:t>
            </a:r>
          </a:p>
        </p:txBody>
      </p:sp>
    </p:spTree>
    <p:extLst>
      <p:ext uri="{BB962C8B-B14F-4D97-AF65-F5344CB8AC3E}">
        <p14:creationId xmlns:p14="http://schemas.microsoft.com/office/powerpoint/2010/main" val="2978849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Zero to Certificates in 5 Minutes with Cloud PKI for Microsoft Intune</Template>
  <TotalTime>274</TotalTime>
  <Words>580</Words>
  <Application>Microsoft Office PowerPoint</Application>
  <PresentationFormat>Widescreen</PresentationFormat>
  <Paragraphs>157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Zero to Certificates</vt:lpstr>
      <vt:lpstr>PowerPoint Presentation</vt:lpstr>
      <vt:lpstr>Common Use Cases</vt:lpstr>
      <vt:lpstr>Intune and Certificates</vt:lpstr>
      <vt:lpstr>Current State</vt:lpstr>
      <vt:lpstr>Considerations</vt:lpstr>
      <vt:lpstr>Considerations</vt:lpstr>
      <vt:lpstr>Cloud PKI for Intune</vt:lpstr>
      <vt:lpstr>Cloud PKI for Intune</vt:lpstr>
      <vt:lpstr>Advantages</vt:lpstr>
      <vt:lpstr>Advantages</vt:lpstr>
      <vt:lpstr>Advantages (Cont’d)</vt:lpstr>
      <vt:lpstr>Limitations</vt:lpstr>
      <vt:lpstr>Limitations</vt:lpstr>
      <vt:lpstr>Limitations (Cont’d)</vt:lpstr>
      <vt:lpstr>Planning for Cloud PKI</vt:lpstr>
      <vt:lpstr>Planning</vt:lpstr>
      <vt:lpstr>Planning</vt:lpstr>
      <vt:lpstr>EKUs</vt:lpstr>
      <vt:lpstr>EKUs</vt:lpstr>
      <vt:lpstr>Settings Cannot Be Changed After Deployment!</vt:lpstr>
      <vt:lpstr>Deploy a Two-Tier PKI</vt:lpstr>
      <vt:lpstr>Distribute Trusted Certificates</vt:lpstr>
      <vt:lpstr>Issue End-Entity Certificates</vt:lpstr>
      <vt:lpstr>BYOCA</vt:lpstr>
      <vt:lpstr>BYOCA</vt:lpstr>
      <vt:lpstr>Configure BYOCA</vt:lpstr>
      <vt:lpstr>Summary</vt:lpstr>
      <vt:lpstr>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Richard Hicks</dc:creator>
  <cp:lastModifiedBy>Richard Hicks</cp:lastModifiedBy>
  <cp:revision>1</cp:revision>
  <dcterms:created xsi:type="dcterms:W3CDTF">2026-03-15T19:02:59Z</dcterms:created>
  <dcterms:modified xsi:type="dcterms:W3CDTF">2026-05-05T18:06:21Z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