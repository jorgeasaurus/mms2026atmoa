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handoutMasterIdLst>
    <p:handoutMasterId r:id="rId35"/>
  </p:handoutMasterIdLst>
  <p:sldIdLst>
    <p:sldId id="256" r:id="rId6"/>
    <p:sldId id="268" r:id="rId7"/>
    <p:sldId id="258" r:id="rId8"/>
    <p:sldId id="267" r:id="rId9"/>
    <p:sldId id="272" r:id="rId10"/>
    <p:sldId id="271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59" r:id="rId27"/>
    <p:sldId id="288" r:id="rId28"/>
    <p:sldId id="289" r:id="rId29"/>
    <p:sldId id="291" r:id="rId30"/>
    <p:sldId id="293" r:id="rId31"/>
    <p:sldId id="266" r:id="rId32"/>
    <p:sldId id="263" r:id="rId33"/>
    <p:sldId id="26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68"/>
          </p14:sldIdLst>
        </p14:section>
        <p14:section name="Presentation" id="{88398753-748C-4CE7-B81D-D95829EA2652}">
          <p14:sldIdLst>
            <p14:sldId id="258"/>
            <p14:sldId id="267"/>
            <p14:sldId id="272"/>
            <p14:sldId id="271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59"/>
            <p14:sldId id="288"/>
            <p14:sldId id="289"/>
            <p14:sldId id="291"/>
            <p14:sldId id="293"/>
          </p14:sldIdLst>
        </p14:section>
        <p14:section name="Closing" id="{35F0DD0F-C871-4339-9D6B-25AB6010E816}">
          <p14:sldIdLst>
            <p14:sldId id="266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15B006-477D-4087-8ECD-167F24C334A5}" v="2" dt="2026-05-05T21:36:17.778"/>
  </p1510:revLst>
</p1510:revInfo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92" autoAdjust="0"/>
  </p:normalViewPr>
  <p:slideViewPr>
    <p:cSldViewPr snapToGrid="0">
      <p:cViewPr varScale="1">
        <p:scale>
          <a:sx n="63" d="100"/>
          <a:sy n="63" d="100"/>
        </p:scale>
        <p:origin x="728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Hicks" userId="1661e17dce1ad135" providerId="LiveId" clId="{B608F14C-0F31-49E8-B65F-7014DFBA3B94}"/>
    <pc:docChg chg="custSel addSld delSld modSld sldOrd modSection">
      <pc:chgData name="Richard Hicks" userId="1661e17dce1ad135" providerId="LiveId" clId="{B608F14C-0F31-49E8-B65F-7014DFBA3B94}" dt="2026-05-02T20:38:34.241" v="4491" actId="20577"/>
      <pc:docMkLst>
        <pc:docMk/>
      </pc:docMkLst>
      <pc:sldChg chg="modSp mod">
        <pc:chgData name="Richard Hicks" userId="1661e17dce1ad135" providerId="LiveId" clId="{B608F14C-0F31-49E8-B65F-7014DFBA3B94}" dt="2026-04-20T22:27:36.586" v="1513" actId="20577"/>
        <pc:sldMkLst>
          <pc:docMk/>
          <pc:sldMk cId="4018952155" sldId="256"/>
        </pc:sldMkLst>
        <pc:spChg chg="mod">
          <ac:chgData name="Richard Hicks" userId="1661e17dce1ad135" providerId="LiveId" clId="{B608F14C-0F31-49E8-B65F-7014DFBA3B94}" dt="2026-04-20T20:26:40.551" v="630" actId="20577"/>
          <ac:spMkLst>
            <pc:docMk/>
            <pc:sldMk cId="4018952155" sldId="256"/>
            <ac:spMk id="2" creationId="{2313B669-2341-DF39-C682-5CB469879095}"/>
          </ac:spMkLst>
        </pc:spChg>
        <pc:spChg chg="mod">
          <ac:chgData name="Richard Hicks" userId="1661e17dce1ad135" providerId="LiveId" clId="{B608F14C-0F31-49E8-B65F-7014DFBA3B94}" dt="2026-04-20T22:27:36.586" v="1513" actId="20577"/>
          <ac:spMkLst>
            <pc:docMk/>
            <pc:sldMk cId="4018952155" sldId="256"/>
            <ac:spMk id="3" creationId="{B7806C1F-6D02-FA11-F860-B05CFAC0C160}"/>
          </ac:spMkLst>
        </pc:spChg>
      </pc:sldChg>
      <pc:sldChg chg="modSp mod ord">
        <pc:chgData name="Richard Hicks" userId="1661e17dce1ad135" providerId="LiveId" clId="{B608F14C-0F31-49E8-B65F-7014DFBA3B94}" dt="2026-04-20T20:31:47.670" v="691"/>
        <pc:sldMkLst>
          <pc:docMk/>
          <pc:sldMk cId="2279942714" sldId="258"/>
        </pc:sldMkLst>
        <pc:spChg chg="mod">
          <ac:chgData name="Richard Hicks" userId="1661e17dce1ad135" providerId="LiveId" clId="{B608F14C-0F31-49E8-B65F-7014DFBA3B94}" dt="2026-04-20T20:12:39.136" v="124" actId="20577"/>
          <ac:spMkLst>
            <pc:docMk/>
            <pc:sldMk cId="2279942714" sldId="258"/>
            <ac:spMk id="4" creationId="{2FD73D28-962F-8E43-5907-544A140D2750}"/>
          </ac:spMkLst>
        </pc:spChg>
        <pc:spChg chg="mod">
          <ac:chgData name="Richard Hicks" userId="1661e17dce1ad135" providerId="LiveId" clId="{B608F14C-0F31-49E8-B65F-7014DFBA3B94}" dt="2026-04-20T20:12:48.590" v="155" actId="20577"/>
          <ac:spMkLst>
            <pc:docMk/>
            <pc:sldMk cId="2279942714" sldId="258"/>
            <ac:spMk id="5" creationId="{3B30A130-0D00-7790-26E9-044787E6435F}"/>
          </ac:spMkLst>
        </pc:spChg>
      </pc:sldChg>
      <pc:sldChg chg="modSp mod">
        <pc:chgData name="Richard Hicks" userId="1661e17dce1ad135" providerId="LiveId" clId="{B608F14C-0F31-49E8-B65F-7014DFBA3B94}" dt="2026-04-20T23:05:02.497" v="3564" actId="313"/>
        <pc:sldMkLst>
          <pc:docMk/>
          <pc:sldMk cId="2998567692" sldId="259"/>
        </pc:sldMkLst>
        <pc:spChg chg="mod">
          <ac:chgData name="Richard Hicks" userId="1661e17dce1ad135" providerId="LiveId" clId="{B608F14C-0F31-49E8-B65F-7014DFBA3B94}" dt="2026-04-20T22:28:13.711" v="1552" actId="20577"/>
          <ac:spMkLst>
            <pc:docMk/>
            <pc:sldMk cId="2998567692" sldId="259"/>
            <ac:spMk id="4" creationId="{526BC2B6-AE2C-3E1D-788D-592ABCDC14E7}"/>
          </ac:spMkLst>
        </pc:spChg>
        <pc:spChg chg="mod">
          <ac:chgData name="Richard Hicks" userId="1661e17dce1ad135" providerId="LiveId" clId="{B608F14C-0F31-49E8-B65F-7014DFBA3B94}" dt="2026-04-20T23:05:02.497" v="3564" actId="313"/>
          <ac:spMkLst>
            <pc:docMk/>
            <pc:sldMk cId="2998567692" sldId="259"/>
            <ac:spMk id="5" creationId="{CE5050AF-7D60-7B16-0E17-6467A67E504A}"/>
          </ac:spMkLst>
        </pc:spChg>
      </pc:sldChg>
      <pc:sldChg chg="modSp mod">
        <pc:chgData name="Richard Hicks" userId="1661e17dce1ad135" providerId="LiveId" clId="{B608F14C-0F31-49E8-B65F-7014DFBA3B94}" dt="2026-04-20T20:29:09.387" v="672" actId="20577"/>
        <pc:sldMkLst>
          <pc:docMk/>
          <pc:sldMk cId="1433715956" sldId="267"/>
        </pc:sldMkLst>
        <pc:spChg chg="mod">
          <ac:chgData name="Richard Hicks" userId="1661e17dce1ad135" providerId="LiveId" clId="{B608F14C-0F31-49E8-B65F-7014DFBA3B94}" dt="2026-04-20T20:13:43.509" v="178" actId="20577"/>
          <ac:spMkLst>
            <pc:docMk/>
            <pc:sldMk cId="1433715956" sldId="267"/>
            <ac:spMk id="2" creationId="{82BAA5B3-89D5-147C-A57E-6754B8093C4B}"/>
          </ac:spMkLst>
        </pc:spChg>
        <pc:spChg chg="mod">
          <ac:chgData name="Richard Hicks" userId="1661e17dce1ad135" providerId="LiveId" clId="{B608F14C-0F31-49E8-B65F-7014DFBA3B94}" dt="2026-04-20T20:29:09.387" v="672" actId="20577"/>
          <ac:spMkLst>
            <pc:docMk/>
            <pc:sldMk cId="1433715956" sldId="267"/>
            <ac:spMk id="3" creationId="{C595F291-B9CB-60BF-7307-F3FFC90C9734}"/>
          </ac:spMkLst>
        </pc:spChg>
      </pc:sldChg>
      <pc:sldChg chg="modSp mod">
        <pc:chgData name="Richard Hicks" userId="1661e17dce1ad135" providerId="LiveId" clId="{B608F14C-0F31-49E8-B65F-7014DFBA3B94}" dt="2026-04-20T22:51:33.503" v="2598" actId="20577"/>
        <pc:sldMkLst>
          <pc:docMk/>
          <pc:sldMk cId="231876271" sldId="268"/>
        </pc:sldMkLst>
        <pc:spChg chg="mod">
          <ac:chgData name="Richard Hicks" userId="1661e17dce1ad135" providerId="LiveId" clId="{B608F14C-0F31-49E8-B65F-7014DFBA3B94}" dt="2026-04-20T22:51:33.503" v="2598" actId="20577"/>
          <ac:spMkLst>
            <pc:docMk/>
            <pc:sldMk cId="231876271" sldId="268"/>
            <ac:spMk id="5" creationId="{BE1E5CAD-23FE-A4D7-B096-3334A7D79C8B}"/>
          </ac:spMkLst>
        </pc:spChg>
      </pc:sldChg>
      <pc:sldChg chg="modSp add mod">
        <pc:chgData name="Richard Hicks" userId="1661e17dce1ad135" providerId="LiveId" clId="{B608F14C-0F31-49E8-B65F-7014DFBA3B94}" dt="2026-04-20T20:30:10.367" v="688" actId="20577"/>
        <pc:sldMkLst>
          <pc:docMk/>
          <pc:sldMk cId="2211965965" sldId="271"/>
        </pc:sldMkLst>
        <pc:spChg chg="mod">
          <ac:chgData name="Richard Hicks" userId="1661e17dce1ad135" providerId="LiveId" clId="{B608F14C-0F31-49E8-B65F-7014DFBA3B94}" dt="2026-04-20T20:30:10.367" v="688" actId="20577"/>
          <ac:spMkLst>
            <pc:docMk/>
            <pc:sldMk cId="2211965965" sldId="271"/>
            <ac:spMk id="3" creationId="{C595F291-B9CB-60BF-7307-F3FFC90C9734}"/>
          </ac:spMkLst>
        </pc:spChg>
      </pc:sldChg>
      <pc:sldChg chg="modSp add mod">
        <pc:chgData name="Richard Hicks" userId="1661e17dce1ad135" providerId="LiveId" clId="{B608F14C-0F31-49E8-B65F-7014DFBA3B94}" dt="2026-04-20T20:33:11.225" v="760" actId="20577"/>
        <pc:sldMkLst>
          <pc:docMk/>
          <pc:sldMk cId="1303244591" sldId="272"/>
        </pc:sldMkLst>
        <pc:spChg chg="mod">
          <ac:chgData name="Richard Hicks" userId="1661e17dce1ad135" providerId="LiveId" clId="{B608F14C-0F31-49E8-B65F-7014DFBA3B94}" dt="2026-04-20T20:32:44.623" v="716" actId="20577"/>
          <ac:spMkLst>
            <pc:docMk/>
            <pc:sldMk cId="1303244591" sldId="272"/>
            <ac:spMk id="4" creationId="{2FD73D28-962F-8E43-5907-544A140D2750}"/>
          </ac:spMkLst>
        </pc:spChg>
        <pc:spChg chg="mod">
          <ac:chgData name="Richard Hicks" userId="1661e17dce1ad135" providerId="LiveId" clId="{B608F14C-0F31-49E8-B65F-7014DFBA3B94}" dt="2026-04-20T20:33:11.225" v="760" actId="20577"/>
          <ac:spMkLst>
            <pc:docMk/>
            <pc:sldMk cId="1303244591" sldId="272"/>
            <ac:spMk id="5" creationId="{3B30A130-0D00-7790-26E9-044787E6435F}"/>
          </ac:spMkLst>
        </pc:spChg>
      </pc:sldChg>
      <pc:sldChg chg="modSp add mod">
        <pc:chgData name="Richard Hicks" userId="1661e17dce1ad135" providerId="LiveId" clId="{B608F14C-0F31-49E8-B65F-7014DFBA3B94}" dt="2026-04-20T20:34:42.464" v="832" actId="20577"/>
        <pc:sldMkLst>
          <pc:docMk/>
          <pc:sldMk cId="3933301576" sldId="273"/>
        </pc:sldMkLst>
        <pc:spChg chg="mod">
          <ac:chgData name="Richard Hicks" userId="1661e17dce1ad135" providerId="LiveId" clId="{B608F14C-0F31-49E8-B65F-7014DFBA3B94}" dt="2026-04-20T20:34:30.864" v="819" actId="20577"/>
          <ac:spMkLst>
            <pc:docMk/>
            <pc:sldMk cId="3933301576" sldId="273"/>
            <ac:spMk id="4" creationId="{2FD73D28-962F-8E43-5907-544A140D2750}"/>
          </ac:spMkLst>
        </pc:spChg>
        <pc:spChg chg="mod">
          <ac:chgData name="Richard Hicks" userId="1661e17dce1ad135" providerId="LiveId" clId="{B608F14C-0F31-49E8-B65F-7014DFBA3B94}" dt="2026-04-20T20:34:42.464" v="832" actId="20577"/>
          <ac:spMkLst>
            <pc:docMk/>
            <pc:sldMk cId="3933301576" sldId="273"/>
            <ac:spMk id="5" creationId="{3B30A130-0D00-7790-26E9-044787E6435F}"/>
          </ac:spMkLst>
        </pc:spChg>
      </pc:sldChg>
      <pc:sldChg chg="modSp add mod">
        <pc:chgData name="Richard Hicks" userId="1661e17dce1ad135" providerId="LiveId" clId="{B608F14C-0F31-49E8-B65F-7014DFBA3B94}" dt="2026-04-20T20:35:28.148" v="1019" actId="20577"/>
        <pc:sldMkLst>
          <pc:docMk/>
          <pc:sldMk cId="3001740150" sldId="274"/>
        </pc:sldMkLst>
        <pc:spChg chg="mod">
          <ac:chgData name="Richard Hicks" userId="1661e17dce1ad135" providerId="LiveId" clId="{B608F14C-0F31-49E8-B65F-7014DFBA3B94}" dt="2026-04-20T20:34:51.768" v="841" actId="20577"/>
          <ac:spMkLst>
            <pc:docMk/>
            <pc:sldMk cId="3001740150" sldId="274"/>
            <ac:spMk id="2" creationId="{82BAA5B3-89D5-147C-A57E-6754B8093C4B}"/>
          </ac:spMkLst>
        </pc:spChg>
        <pc:spChg chg="mod">
          <ac:chgData name="Richard Hicks" userId="1661e17dce1ad135" providerId="LiveId" clId="{B608F14C-0F31-49E8-B65F-7014DFBA3B94}" dt="2026-04-20T20:35:28.148" v="1019" actId="20577"/>
          <ac:spMkLst>
            <pc:docMk/>
            <pc:sldMk cId="3001740150" sldId="274"/>
            <ac:spMk id="3" creationId="{C595F291-B9CB-60BF-7307-F3FFC90C9734}"/>
          </ac:spMkLst>
        </pc:spChg>
      </pc:sldChg>
      <pc:sldChg chg="modSp add mod">
        <pc:chgData name="Richard Hicks" userId="1661e17dce1ad135" providerId="LiveId" clId="{B608F14C-0F31-49E8-B65F-7014DFBA3B94}" dt="2026-05-02T20:38:34.241" v="4491" actId="20577"/>
        <pc:sldMkLst>
          <pc:docMk/>
          <pc:sldMk cId="931090928" sldId="275"/>
        </pc:sldMkLst>
        <pc:spChg chg="mod">
          <ac:chgData name="Richard Hicks" userId="1661e17dce1ad135" providerId="LiveId" clId="{B608F14C-0F31-49E8-B65F-7014DFBA3B94}" dt="2026-05-02T20:38:34.241" v="4491" actId="20577"/>
          <ac:spMkLst>
            <pc:docMk/>
            <pc:sldMk cId="931090928" sldId="275"/>
            <ac:spMk id="3" creationId="{C595F291-B9CB-60BF-7307-F3FFC90C9734}"/>
          </ac:spMkLst>
        </pc:spChg>
      </pc:sldChg>
      <pc:sldChg chg="modSp add mod ord">
        <pc:chgData name="Richard Hicks" userId="1661e17dce1ad135" providerId="LiveId" clId="{B608F14C-0F31-49E8-B65F-7014DFBA3B94}" dt="2026-04-20T22:35:07.102" v="1652" actId="20577"/>
        <pc:sldMkLst>
          <pc:docMk/>
          <pc:sldMk cId="2632244137" sldId="276"/>
        </pc:sldMkLst>
        <pc:spChg chg="mod">
          <ac:chgData name="Richard Hicks" userId="1661e17dce1ad135" providerId="LiveId" clId="{B608F14C-0F31-49E8-B65F-7014DFBA3B94}" dt="2026-04-20T22:34:56.168" v="1606" actId="20577"/>
          <ac:spMkLst>
            <pc:docMk/>
            <pc:sldMk cId="2632244137" sldId="276"/>
            <ac:spMk id="4" creationId="{2FD73D28-962F-8E43-5907-544A140D2750}"/>
          </ac:spMkLst>
        </pc:spChg>
        <pc:spChg chg="mod">
          <ac:chgData name="Richard Hicks" userId="1661e17dce1ad135" providerId="LiveId" clId="{B608F14C-0F31-49E8-B65F-7014DFBA3B94}" dt="2026-04-20T22:35:07.102" v="1652" actId="20577"/>
          <ac:spMkLst>
            <pc:docMk/>
            <pc:sldMk cId="2632244137" sldId="276"/>
            <ac:spMk id="5" creationId="{3B30A130-0D00-7790-26E9-044787E6435F}"/>
          </ac:spMkLst>
        </pc:spChg>
      </pc:sldChg>
      <pc:sldChg chg="modSp add mod">
        <pc:chgData name="Richard Hicks" userId="1661e17dce1ad135" providerId="LiveId" clId="{B608F14C-0F31-49E8-B65F-7014DFBA3B94}" dt="2026-04-20T22:59:10.845" v="2813" actId="15"/>
        <pc:sldMkLst>
          <pc:docMk/>
          <pc:sldMk cId="643618741" sldId="277"/>
        </pc:sldMkLst>
        <pc:spChg chg="mod">
          <ac:chgData name="Richard Hicks" userId="1661e17dce1ad135" providerId="LiveId" clId="{B608F14C-0F31-49E8-B65F-7014DFBA3B94}" dt="2026-04-20T22:36:04.592" v="1690" actId="20577"/>
          <ac:spMkLst>
            <pc:docMk/>
            <pc:sldMk cId="643618741" sldId="277"/>
            <ac:spMk id="2" creationId="{82BAA5B3-89D5-147C-A57E-6754B8093C4B}"/>
          </ac:spMkLst>
        </pc:spChg>
        <pc:spChg chg="mod">
          <ac:chgData name="Richard Hicks" userId="1661e17dce1ad135" providerId="LiveId" clId="{B608F14C-0F31-49E8-B65F-7014DFBA3B94}" dt="2026-04-20T22:59:10.845" v="2813" actId="15"/>
          <ac:spMkLst>
            <pc:docMk/>
            <pc:sldMk cId="643618741" sldId="277"/>
            <ac:spMk id="3" creationId="{C595F291-B9CB-60BF-7307-F3FFC90C9734}"/>
          </ac:spMkLst>
        </pc:spChg>
      </pc:sldChg>
      <pc:sldChg chg="modSp add mod">
        <pc:chgData name="Richard Hicks" userId="1661e17dce1ad135" providerId="LiveId" clId="{B608F14C-0F31-49E8-B65F-7014DFBA3B94}" dt="2026-04-20T23:00:07.755" v="2902" actId="20577"/>
        <pc:sldMkLst>
          <pc:docMk/>
          <pc:sldMk cId="2942946813" sldId="278"/>
        </pc:sldMkLst>
        <pc:spChg chg="mod">
          <ac:chgData name="Richard Hicks" userId="1661e17dce1ad135" providerId="LiveId" clId="{B608F14C-0F31-49E8-B65F-7014DFBA3B94}" dt="2026-04-20T22:37:25.426" v="1794" actId="20577"/>
          <ac:spMkLst>
            <pc:docMk/>
            <pc:sldMk cId="2942946813" sldId="278"/>
            <ac:spMk id="2" creationId="{82BAA5B3-89D5-147C-A57E-6754B8093C4B}"/>
          </ac:spMkLst>
        </pc:spChg>
        <pc:spChg chg="mod">
          <ac:chgData name="Richard Hicks" userId="1661e17dce1ad135" providerId="LiveId" clId="{B608F14C-0F31-49E8-B65F-7014DFBA3B94}" dt="2026-04-20T23:00:07.755" v="2902" actId="20577"/>
          <ac:spMkLst>
            <pc:docMk/>
            <pc:sldMk cId="2942946813" sldId="278"/>
            <ac:spMk id="3" creationId="{C595F291-B9CB-60BF-7307-F3FFC90C9734}"/>
          </ac:spMkLst>
        </pc:spChg>
      </pc:sldChg>
      <pc:sldChg chg="modSp add mod">
        <pc:chgData name="Richard Hicks" userId="1661e17dce1ad135" providerId="LiveId" clId="{B608F14C-0F31-49E8-B65F-7014DFBA3B94}" dt="2026-04-20T22:45:55.512" v="2207" actId="20577"/>
        <pc:sldMkLst>
          <pc:docMk/>
          <pc:sldMk cId="308925192" sldId="279"/>
        </pc:sldMkLst>
        <pc:spChg chg="mod">
          <ac:chgData name="Richard Hicks" userId="1661e17dce1ad135" providerId="LiveId" clId="{B608F14C-0F31-49E8-B65F-7014DFBA3B94}" dt="2026-04-20T22:42:36.715" v="2010" actId="20577"/>
          <ac:spMkLst>
            <pc:docMk/>
            <pc:sldMk cId="308925192" sldId="279"/>
            <ac:spMk id="4" creationId="{2FD73D28-962F-8E43-5907-544A140D2750}"/>
          </ac:spMkLst>
        </pc:spChg>
        <pc:spChg chg="mod">
          <ac:chgData name="Richard Hicks" userId="1661e17dce1ad135" providerId="LiveId" clId="{B608F14C-0F31-49E8-B65F-7014DFBA3B94}" dt="2026-04-20T22:45:55.512" v="2207" actId="20577"/>
          <ac:spMkLst>
            <pc:docMk/>
            <pc:sldMk cId="308925192" sldId="279"/>
            <ac:spMk id="5" creationId="{3B30A130-0D00-7790-26E9-044787E6435F}"/>
          </ac:spMkLst>
        </pc:spChg>
      </pc:sldChg>
      <pc:sldChg chg="modSp add mod">
        <pc:chgData name="Richard Hicks" userId="1661e17dce1ad135" providerId="LiveId" clId="{B608F14C-0F31-49E8-B65F-7014DFBA3B94}" dt="2026-04-20T22:44:28.076" v="2187" actId="20577"/>
        <pc:sldMkLst>
          <pc:docMk/>
          <pc:sldMk cId="896298099" sldId="280"/>
        </pc:sldMkLst>
        <pc:spChg chg="mod">
          <ac:chgData name="Richard Hicks" userId="1661e17dce1ad135" providerId="LiveId" clId="{B608F14C-0F31-49E8-B65F-7014DFBA3B94}" dt="2026-04-20T22:42:51.422" v="2044" actId="20577"/>
          <ac:spMkLst>
            <pc:docMk/>
            <pc:sldMk cId="896298099" sldId="280"/>
            <ac:spMk id="2" creationId="{82BAA5B3-89D5-147C-A57E-6754B8093C4B}"/>
          </ac:spMkLst>
        </pc:spChg>
        <pc:spChg chg="mod">
          <ac:chgData name="Richard Hicks" userId="1661e17dce1ad135" providerId="LiveId" clId="{B608F14C-0F31-49E8-B65F-7014DFBA3B94}" dt="2026-04-20T22:44:28.076" v="2187" actId="20577"/>
          <ac:spMkLst>
            <pc:docMk/>
            <pc:sldMk cId="896298099" sldId="280"/>
            <ac:spMk id="3" creationId="{C595F291-B9CB-60BF-7307-F3FFC90C9734}"/>
          </ac:spMkLst>
        </pc:spChg>
      </pc:sldChg>
      <pc:sldChg chg="modSp add mod">
        <pc:chgData name="Richard Hicks" userId="1661e17dce1ad135" providerId="LiveId" clId="{B608F14C-0F31-49E8-B65F-7014DFBA3B94}" dt="2026-04-20T22:46:21.654" v="2259" actId="5793"/>
        <pc:sldMkLst>
          <pc:docMk/>
          <pc:sldMk cId="3548971038" sldId="281"/>
        </pc:sldMkLst>
        <pc:spChg chg="mod">
          <ac:chgData name="Richard Hicks" userId="1661e17dce1ad135" providerId="LiveId" clId="{B608F14C-0F31-49E8-B65F-7014DFBA3B94}" dt="2026-04-20T22:46:10.097" v="2216" actId="20577"/>
          <ac:spMkLst>
            <pc:docMk/>
            <pc:sldMk cId="3548971038" sldId="281"/>
            <ac:spMk id="4" creationId="{2FD73D28-962F-8E43-5907-544A140D2750}"/>
          </ac:spMkLst>
        </pc:spChg>
        <pc:spChg chg="mod">
          <ac:chgData name="Richard Hicks" userId="1661e17dce1ad135" providerId="LiveId" clId="{B608F14C-0F31-49E8-B65F-7014DFBA3B94}" dt="2026-04-20T22:46:21.654" v="2259" actId="5793"/>
          <ac:spMkLst>
            <pc:docMk/>
            <pc:sldMk cId="3548971038" sldId="281"/>
            <ac:spMk id="5" creationId="{3B30A130-0D00-7790-26E9-044787E6435F}"/>
          </ac:spMkLst>
        </pc:spChg>
      </pc:sldChg>
      <pc:sldChg chg="modSp add mod">
        <pc:chgData name="Richard Hicks" userId="1661e17dce1ad135" providerId="LiveId" clId="{B608F14C-0F31-49E8-B65F-7014DFBA3B94}" dt="2026-04-20T22:50:29.513" v="2594" actId="14100"/>
        <pc:sldMkLst>
          <pc:docMk/>
          <pc:sldMk cId="2871799385" sldId="282"/>
        </pc:sldMkLst>
        <pc:spChg chg="mod">
          <ac:chgData name="Richard Hicks" userId="1661e17dce1ad135" providerId="LiveId" clId="{B608F14C-0F31-49E8-B65F-7014DFBA3B94}" dt="2026-04-20T22:46:30.291" v="2269" actId="20577"/>
          <ac:spMkLst>
            <pc:docMk/>
            <pc:sldMk cId="2871799385" sldId="282"/>
            <ac:spMk id="2" creationId="{82BAA5B3-89D5-147C-A57E-6754B8093C4B}"/>
          </ac:spMkLst>
        </pc:spChg>
        <pc:spChg chg="mod">
          <ac:chgData name="Richard Hicks" userId="1661e17dce1ad135" providerId="LiveId" clId="{B608F14C-0F31-49E8-B65F-7014DFBA3B94}" dt="2026-04-20T22:50:29.513" v="2594" actId="14100"/>
          <ac:spMkLst>
            <pc:docMk/>
            <pc:sldMk cId="2871799385" sldId="282"/>
            <ac:spMk id="3" creationId="{C595F291-B9CB-60BF-7307-F3FFC90C9734}"/>
          </ac:spMkLst>
        </pc:spChg>
      </pc:sldChg>
      <pc:sldChg chg="modSp add mod">
        <pc:chgData name="Richard Hicks" userId="1661e17dce1ad135" providerId="LiveId" clId="{B608F14C-0F31-49E8-B65F-7014DFBA3B94}" dt="2026-04-20T23:00:59.183" v="2952" actId="20577"/>
        <pc:sldMkLst>
          <pc:docMk/>
          <pc:sldMk cId="1201942014" sldId="283"/>
        </pc:sldMkLst>
        <pc:spChg chg="mod">
          <ac:chgData name="Richard Hicks" userId="1661e17dce1ad135" providerId="LiveId" clId="{B608F14C-0F31-49E8-B65F-7014DFBA3B94}" dt="2026-04-20T23:00:38.169" v="2928" actId="20577"/>
          <ac:spMkLst>
            <pc:docMk/>
            <pc:sldMk cId="1201942014" sldId="283"/>
            <ac:spMk id="4" creationId="{2FD73D28-962F-8E43-5907-544A140D2750}"/>
          </ac:spMkLst>
        </pc:spChg>
        <pc:spChg chg="mod">
          <ac:chgData name="Richard Hicks" userId="1661e17dce1ad135" providerId="LiveId" clId="{B608F14C-0F31-49E8-B65F-7014DFBA3B94}" dt="2026-04-20T23:00:59.183" v="2952" actId="20577"/>
          <ac:spMkLst>
            <pc:docMk/>
            <pc:sldMk cId="1201942014" sldId="283"/>
            <ac:spMk id="5" creationId="{3B30A130-0D00-7790-26E9-044787E6435F}"/>
          </ac:spMkLst>
        </pc:spChg>
      </pc:sldChg>
      <pc:sldChg chg="modSp add mod">
        <pc:chgData name="Richard Hicks" userId="1661e17dce1ad135" providerId="LiveId" clId="{B608F14C-0F31-49E8-B65F-7014DFBA3B94}" dt="2026-04-20T23:02:20.136" v="3181" actId="20577"/>
        <pc:sldMkLst>
          <pc:docMk/>
          <pc:sldMk cId="1845362478" sldId="284"/>
        </pc:sldMkLst>
        <pc:spChg chg="mod">
          <ac:chgData name="Richard Hicks" userId="1661e17dce1ad135" providerId="LiveId" clId="{B608F14C-0F31-49E8-B65F-7014DFBA3B94}" dt="2026-04-20T23:01:31.632" v="2996" actId="20577"/>
          <ac:spMkLst>
            <pc:docMk/>
            <pc:sldMk cId="1845362478" sldId="284"/>
            <ac:spMk id="2" creationId="{82BAA5B3-89D5-147C-A57E-6754B8093C4B}"/>
          </ac:spMkLst>
        </pc:spChg>
        <pc:spChg chg="mod">
          <ac:chgData name="Richard Hicks" userId="1661e17dce1ad135" providerId="LiveId" clId="{B608F14C-0F31-49E8-B65F-7014DFBA3B94}" dt="2026-04-20T23:02:20.136" v="3181" actId="20577"/>
          <ac:spMkLst>
            <pc:docMk/>
            <pc:sldMk cId="1845362478" sldId="284"/>
            <ac:spMk id="3" creationId="{C595F291-B9CB-60BF-7307-F3FFC90C9734}"/>
          </ac:spMkLst>
        </pc:spChg>
      </pc:sldChg>
      <pc:sldChg chg="modSp add mod">
        <pc:chgData name="Richard Hicks" userId="1661e17dce1ad135" providerId="LiveId" clId="{B608F14C-0F31-49E8-B65F-7014DFBA3B94}" dt="2026-04-20T23:03:14.420" v="3239" actId="20577"/>
        <pc:sldMkLst>
          <pc:docMk/>
          <pc:sldMk cId="3475174276" sldId="285"/>
        </pc:sldMkLst>
        <pc:spChg chg="mod">
          <ac:chgData name="Richard Hicks" userId="1661e17dce1ad135" providerId="LiveId" clId="{B608F14C-0F31-49E8-B65F-7014DFBA3B94}" dt="2026-04-20T23:02:53.741" v="3198" actId="20577"/>
          <ac:spMkLst>
            <pc:docMk/>
            <pc:sldMk cId="3475174276" sldId="285"/>
            <ac:spMk id="4" creationId="{2FD73D28-962F-8E43-5907-544A140D2750}"/>
          </ac:spMkLst>
        </pc:spChg>
        <pc:spChg chg="mod">
          <ac:chgData name="Richard Hicks" userId="1661e17dce1ad135" providerId="LiveId" clId="{B608F14C-0F31-49E8-B65F-7014DFBA3B94}" dt="2026-04-20T23:03:14.420" v="3239" actId="20577"/>
          <ac:spMkLst>
            <pc:docMk/>
            <pc:sldMk cId="3475174276" sldId="285"/>
            <ac:spMk id="5" creationId="{3B30A130-0D00-7790-26E9-044787E6435F}"/>
          </ac:spMkLst>
        </pc:spChg>
      </pc:sldChg>
      <pc:sldChg chg="modSp add mod">
        <pc:chgData name="Richard Hicks" userId="1661e17dce1ad135" providerId="LiveId" clId="{B608F14C-0F31-49E8-B65F-7014DFBA3B94}" dt="2026-04-20T23:03:57.020" v="3405" actId="20577"/>
        <pc:sldMkLst>
          <pc:docMk/>
          <pc:sldMk cId="3466161147" sldId="286"/>
        </pc:sldMkLst>
        <pc:spChg chg="mod">
          <ac:chgData name="Richard Hicks" userId="1661e17dce1ad135" providerId="LiveId" clId="{B608F14C-0F31-49E8-B65F-7014DFBA3B94}" dt="2026-04-20T23:03:29.503" v="3256" actId="20577"/>
          <ac:spMkLst>
            <pc:docMk/>
            <pc:sldMk cId="3466161147" sldId="286"/>
            <ac:spMk id="2" creationId="{82BAA5B3-89D5-147C-A57E-6754B8093C4B}"/>
          </ac:spMkLst>
        </pc:spChg>
        <pc:spChg chg="mod">
          <ac:chgData name="Richard Hicks" userId="1661e17dce1ad135" providerId="LiveId" clId="{B608F14C-0F31-49E8-B65F-7014DFBA3B94}" dt="2026-04-20T23:03:57.020" v="3405" actId="20577"/>
          <ac:spMkLst>
            <pc:docMk/>
            <pc:sldMk cId="3466161147" sldId="286"/>
            <ac:spMk id="3" creationId="{C595F291-B9CB-60BF-7307-F3FFC90C9734}"/>
          </ac:spMkLst>
        </pc:spChg>
      </pc:sldChg>
      <pc:sldChg chg="modSp add mod">
        <pc:chgData name="Richard Hicks" userId="1661e17dce1ad135" providerId="LiveId" clId="{B608F14C-0F31-49E8-B65F-7014DFBA3B94}" dt="2026-04-20T23:04:47.706" v="3563" actId="20577"/>
        <pc:sldMkLst>
          <pc:docMk/>
          <pc:sldMk cId="53084359" sldId="287"/>
        </pc:sldMkLst>
        <pc:spChg chg="mod">
          <ac:chgData name="Richard Hicks" userId="1661e17dce1ad135" providerId="LiveId" clId="{B608F14C-0F31-49E8-B65F-7014DFBA3B94}" dt="2026-04-20T23:04:47.706" v="3563" actId="20577"/>
          <ac:spMkLst>
            <pc:docMk/>
            <pc:sldMk cId="53084359" sldId="287"/>
            <ac:spMk id="3" creationId="{C595F291-B9CB-60BF-7307-F3FFC90C9734}"/>
          </ac:spMkLst>
        </pc:spChg>
      </pc:sldChg>
      <pc:sldChg chg="modSp add mod">
        <pc:chgData name="Richard Hicks" userId="1661e17dce1ad135" providerId="LiveId" clId="{B608F14C-0F31-49E8-B65F-7014DFBA3B94}" dt="2026-04-20T23:20:45.106" v="3608" actId="20577"/>
        <pc:sldMkLst>
          <pc:docMk/>
          <pc:sldMk cId="581256624" sldId="288"/>
        </pc:sldMkLst>
        <pc:spChg chg="mod">
          <ac:chgData name="Richard Hicks" userId="1661e17dce1ad135" providerId="LiveId" clId="{B608F14C-0F31-49E8-B65F-7014DFBA3B94}" dt="2026-04-20T23:20:22.599" v="3577" actId="20577"/>
          <ac:spMkLst>
            <pc:docMk/>
            <pc:sldMk cId="581256624" sldId="288"/>
            <ac:spMk id="4" creationId="{2FD73D28-962F-8E43-5907-544A140D2750}"/>
          </ac:spMkLst>
        </pc:spChg>
        <pc:spChg chg="mod">
          <ac:chgData name="Richard Hicks" userId="1661e17dce1ad135" providerId="LiveId" clId="{B608F14C-0F31-49E8-B65F-7014DFBA3B94}" dt="2026-04-20T23:20:45.106" v="3608" actId="20577"/>
          <ac:spMkLst>
            <pc:docMk/>
            <pc:sldMk cId="581256624" sldId="288"/>
            <ac:spMk id="5" creationId="{3B30A130-0D00-7790-26E9-044787E6435F}"/>
          </ac:spMkLst>
        </pc:spChg>
      </pc:sldChg>
      <pc:sldChg chg="modSp add mod">
        <pc:chgData name="Richard Hicks" userId="1661e17dce1ad135" providerId="LiveId" clId="{B608F14C-0F31-49E8-B65F-7014DFBA3B94}" dt="2026-04-21T18:11:59.033" v="4481" actId="20577"/>
        <pc:sldMkLst>
          <pc:docMk/>
          <pc:sldMk cId="1249846101" sldId="289"/>
        </pc:sldMkLst>
        <pc:spChg chg="mod">
          <ac:chgData name="Richard Hicks" userId="1661e17dce1ad135" providerId="LiveId" clId="{B608F14C-0F31-49E8-B65F-7014DFBA3B94}" dt="2026-04-20T23:20:57.245" v="3619" actId="20577"/>
          <ac:spMkLst>
            <pc:docMk/>
            <pc:sldMk cId="1249846101" sldId="289"/>
            <ac:spMk id="2" creationId="{82BAA5B3-89D5-147C-A57E-6754B8093C4B}"/>
          </ac:spMkLst>
        </pc:spChg>
        <pc:spChg chg="mod">
          <ac:chgData name="Richard Hicks" userId="1661e17dce1ad135" providerId="LiveId" clId="{B608F14C-0F31-49E8-B65F-7014DFBA3B94}" dt="2026-04-21T18:11:59.033" v="4481" actId="20577"/>
          <ac:spMkLst>
            <pc:docMk/>
            <pc:sldMk cId="1249846101" sldId="289"/>
            <ac:spMk id="3" creationId="{C595F291-B9CB-60BF-7307-F3FFC90C9734}"/>
          </ac:spMkLst>
        </pc:spChg>
      </pc:sldChg>
      <pc:sldChg chg="modSp add mod">
        <pc:chgData name="Richard Hicks" userId="1661e17dce1ad135" providerId="LiveId" clId="{B608F14C-0F31-49E8-B65F-7014DFBA3B94}" dt="2026-04-20T23:48:06.651" v="4049" actId="20577"/>
        <pc:sldMkLst>
          <pc:docMk/>
          <pc:sldMk cId="1906538542" sldId="291"/>
        </pc:sldMkLst>
        <pc:spChg chg="mod">
          <ac:chgData name="Richard Hicks" userId="1661e17dce1ad135" providerId="LiveId" clId="{B608F14C-0F31-49E8-B65F-7014DFBA3B94}" dt="2026-04-20T23:47:57.995" v="4021" actId="20577"/>
          <ac:spMkLst>
            <pc:docMk/>
            <pc:sldMk cId="1906538542" sldId="291"/>
            <ac:spMk id="4" creationId="{526BC2B6-AE2C-3E1D-788D-592ABCDC14E7}"/>
          </ac:spMkLst>
        </pc:spChg>
        <pc:spChg chg="mod">
          <ac:chgData name="Richard Hicks" userId="1661e17dce1ad135" providerId="LiveId" clId="{B608F14C-0F31-49E8-B65F-7014DFBA3B94}" dt="2026-04-20T23:48:06.651" v="4049" actId="20577"/>
          <ac:spMkLst>
            <pc:docMk/>
            <pc:sldMk cId="1906538542" sldId="291"/>
            <ac:spMk id="5" creationId="{CE5050AF-7D60-7B16-0E17-6467A67E504A}"/>
          </ac:spMkLst>
        </pc:spChg>
      </pc:sldChg>
    </pc:docChg>
  </pc:docChgLst>
  <pc:docChgLst>
    <pc:chgData name="Richard Hicks" userId="1661e17dce1ad135" providerId="LiveId" clId="{4D96F0B7-ED60-4FE4-A028-3F93E982E1D1}"/>
    <pc:docChg chg="custSel addSld delSld modSld modMainMaster modSection">
      <pc:chgData name="Richard Hicks" userId="1661e17dce1ad135" providerId="LiveId" clId="{4D96F0B7-ED60-4FE4-A028-3F93E982E1D1}" dt="2026-05-06T00:16:05.642" v="176" actId="20577"/>
      <pc:docMkLst>
        <pc:docMk/>
      </pc:docMkLst>
      <pc:sldChg chg="modAnim">
        <pc:chgData name="Richard Hicks" userId="1661e17dce1ad135" providerId="LiveId" clId="{4D96F0B7-ED60-4FE4-A028-3F93E982E1D1}" dt="2026-05-05T21:36:17.778" v="141"/>
        <pc:sldMkLst>
          <pc:docMk/>
          <pc:sldMk cId="1433715956" sldId="267"/>
        </pc:sldMkLst>
      </pc:sldChg>
      <pc:sldChg chg="addSp delSp modSp mod">
        <pc:chgData name="Richard Hicks" userId="1661e17dce1ad135" providerId="LiveId" clId="{4D96F0B7-ED60-4FE4-A028-3F93E982E1D1}" dt="2026-05-05T15:04:10.771" v="96" actId="1076"/>
        <pc:sldMkLst>
          <pc:docMk/>
          <pc:sldMk cId="231876271" sldId="268"/>
        </pc:sldMkLst>
        <pc:spChg chg="mod">
          <ac:chgData name="Richard Hicks" userId="1661e17dce1ad135" providerId="LiveId" clId="{4D96F0B7-ED60-4FE4-A028-3F93E982E1D1}" dt="2026-05-05T15:01:51.280" v="13" actId="20577"/>
          <ac:spMkLst>
            <pc:docMk/>
            <pc:sldMk cId="231876271" sldId="268"/>
            <ac:spMk id="5" creationId="{BE1E5CAD-23FE-A4D7-B096-3334A7D79C8B}"/>
          </ac:spMkLst>
        </pc:spChg>
        <pc:spChg chg="mod">
          <ac:chgData name="Richard Hicks" userId="1661e17dce1ad135" providerId="LiveId" clId="{4D96F0B7-ED60-4FE4-A028-3F93E982E1D1}" dt="2026-05-05T15:04:01.932" v="94" actId="20577"/>
          <ac:spMkLst>
            <pc:docMk/>
            <pc:sldMk cId="231876271" sldId="268"/>
            <ac:spMk id="7" creationId="{9FC71F19-CB0D-6056-8B2E-7670D5A913DD}"/>
          </ac:spMkLst>
        </pc:spChg>
        <pc:spChg chg="mod">
          <ac:chgData name="Richard Hicks" userId="1661e17dce1ad135" providerId="LiveId" clId="{4D96F0B7-ED60-4FE4-A028-3F93E982E1D1}" dt="2026-05-05T15:03:44.698" v="68" actId="20577"/>
          <ac:spMkLst>
            <pc:docMk/>
            <pc:sldMk cId="231876271" sldId="268"/>
            <ac:spMk id="9" creationId="{F7177573-C298-FAF8-2140-0326B263D0A5}"/>
          </ac:spMkLst>
        </pc:spChg>
        <pc:spChg chg="add mod">
          <ac:chgData name="Richard Hicks" userId="1661e17dce1ad135" providerId="LiveId" clId="{4D96F0B7-ED60-4FE4-A028-3F93E982E1D1}" dt="2026-05-05T15:01:40.638" v="0" actId="478"/>
          <ac:spMkLst>
            <pc:docMk/>
            <pc:sldMk cId="231876271" sldId="268"/>
            <ac:spMk id="14" creationId="{B47042B2-27F8-AFFD-D477-ED05B1E22564}"/>
          </ac:spMkLst>
        </pc:spChg>
        <pc:picChg chg="mod">
          <ac:chgData name="Richard Hicks" userId="1661e17dce1ad135" providerId="LiveId" clId="{4D96F0B7-ED60-4FE4-A028-3F93E982E1D1}" dt="2026-05-05T15:04:10.771" v="96" actId="1076"/>
          <ac:picMkLst>
            <pc:docMk/>
            <pc:sldMk cId="231876271" sldId="268"/>
            <ac:picMk id="2" creationId="{F80AD796-A5D0-185E-0D02-1A4E093DDB8D}"/>
          </ac:picMkLst>
        </pc:picChg>
        <pc:picChg chg="del">
          <ac:chgData name="Richard Hicks" userId="1661e17dce1ad135" providerId="LiveId" clId="{4D96F0B7-ED60-4FE4-A028-3F93E982E1D1}" dt="2026-05-05T15:04:05.196" v="95" actId="478"/>
          <ac:picMkLst>
            <pc:docMk/>
            <pc:sldMk cId="231876271" sldId="268"/>
            <ac:picMk id="10" creationId="{4630E878-9BF7-6939-C50D-D08A60E4660B}"/>
          </ac:picMkLst>
        </pc:picChg>
        <pc:picChg chg="del">
          <ac:chgData name="Richard Hicks" userId="1661e17dce1ad135" providerId="LiveId" clId="{4D96F0B7-ED60-4FE4-A028-3F93E982E1D1}" dt="2026-05-05T15:01:40.638" v="0" actId="478"/>
          <ac:picMkLst>
            <pc:docMk/>
            <pc:sldMk cId="231876271" sldId="268"/>
            <ac:picMk id="11" creationId="{E25A340F-1F9B-DA96-FDB6-3299A6F777AE}"/>
          </ac:picMkLst>
        </pc:picChg>
      </pc:sldChg>
      <pc:sldChg chg="modAnim">
        <pc:chgData name="Richard Hicks" userId="1661e17dce1ad135" providerId="LiveId" clId="{4D96F0B7-ED60-4FE4-A028-3F93E982E1D1}" dt="2026-05-05T21:36:17.778" v="141"/>
        <pc:sldMkLst>
          <pc:docMk/>
          <pc:sldMk cId="2211965965" sldId="271"/>
        </pc:sldMkLst>
      </pc:sldChg>
      <pc:sldChg chg="modAnim">
        <pc:chgData name="Richard Hicks" userId="1661e17dce1ad135" providerId="LiveId" clId="{4D96F0B7-ED60-4FE4-A028-3F93E982E1D1}" dt="2026-05-05T21:36:17.778" v="141"/>
        <pc:sldMkLst>
          <pc:docMk/>
          <pc:sldMk cId="3001740150" sldId="274"/>
        </pc:sldMkLst>
      </pc:sldChg>
      <pc:sldChg chg="modAnim">
        <pc:chgData name="Richard Hicks" userId="1661e17dce1ad135" providerId="LiveId" clId="{4D96F0B7-ED60-4FE4-A028-3F93E982E1D1}" dt="2026-05-05T21:36:17.778" v="141"/>
        <pc:sldMkLst>
          <pc:docMk/>
          <pc:sldMk cId="931090928" sldId="275"/>
        </pc:sldMkLst>
      </pc:sldChg>
      <pc:sldChg chg="modAnim">
        <pc:chgData name="Richard Hicks" userId="1661e17dce1ad135" providerId="LiveId" clId="{4D96F0B7-ED60-4FE4-A028-3F93E982E1D1}" dt="2026-05-05T21:36:17.778" v="141"/>
        <pc:sldMkLst>
          <pc:docMk/>
          <pc:sldMk cId="643618741" sldId="277"/>
        </pc:sldMkLst>
      </pc:sldChg>
      <pc:sldChg chg="modAnim">
        <pc:chgData name="Richard Hicks" userId="1661e17dce1ad135" providerId="LiveId" clId="{4D96F0B7-ED60-4FE4-A028-3F93E982E1D1}" dt="2026-05-05T21:36:17.778" v="141"/>
        <pc:sldMkLst>
          <pc:docMk/>
          <pc:sldMk cId="2942946813" sldId="278"/>
        </pc:sldMkLst>
      </pc:sldChg>
      <pc:sldChg chg="modAnim">
        <pc:chgData name="Richard Hicks" userId="1661e17dce1ad135" providerId="LiveId" clId="{4D96F0B7-ED60-4FE4-A028-3F93E982E1D1}" dt="2026-05-05T21:36:17.778" v="141"/>
        <pc:sldMkLst>
          <pc:docMk/>
          <pc:sldMk cId="896298099" sldId="280"/>
        </pc:sldMkLst>
      </pc:sldChg>
      <pc:sldChg chg="modAnim">
        <pc:chgData name="Richard Hicks" userId="1661e17dce1ad135" providerId="LiveId" clId="{4D96F0B7-ED60-4FE4-A028-3F93E982E1D1}" dt="2026-05-05T21:36:17.778" v="141"/>
        <pc:sldMkLst>
          <pc:docMk/>
          <pc:sldMk cId="2871799385" sldId="282"/>
        </pc:sldMkLst>
      </pc:sldChg>
      <pc:sldChg chg="modAnim">
        <pc:chgData name="Richard Hicks" userId="1661e17dce1ad135" providerId="LiveId" clId="{4D96F0B7-ED60-4FE4-A028-3F93E982E1D1}" dt="2026-05-05T21:36:17.778" v="141"/>
        <pc:sldMkLst>
          <pc:docMk/>
          <pc:sldMk cId="1845362478" sldId="284"/>
        </pc:sldMkLst>
      </pc:sldChg>
      <pc:sldChg chg="modAnim">
        <pc:chgData name="Richard Hicks" userId="1661e17dce1ad135" providerId="LiveId" clId="{4D96F0B7-ED60-4FE4-A028-3F93E982E1D1}" dt="2026-05-05T21:36:17.778" v="141"/>
        <pc:sldMkLst>
          <pc:docMk/>
          <pc:sldMk cId="3466161147" sldId="286"/>
        </pc:sldMkLst>
      </pc:sldChg>
      <pc:sldChg chg="modAnim">
        <pc:chgData name="Richard Hicks" userId="1661e17dce1ad135" providerId="LiveId" clId="{4D96F0B7-ED60-4FE4-A028-3F93E982E1D1}" dt="2026-05-05T21:36:17.778" v="141"/>
        <pc:sldMkLst>
          <pc:docMk/>
          <pc:sldMk cId="53084359" sldId="287"/>
        </pc:sldMkLst>
      </pc:sldChg>
      <pc:sldChg chg="modAnim">
        <pc:chgData name="Richard Hicks" userId="1661e17dce1ad135" providerId="LiveId" clId="{4D96F0B7-ED60-4FE4-A028-3F93E982E1D1}" dt="2026-05-05T21:36:17.778" v="141"/>
        <pc:sldMkLst>
          <pc:docMk/>
          <pc:sldMk cId="1249846101" sldId="289"/>
        </pc:sldMkLst>
      </pc:sldChg>
      <pc:sldChg chg="del">
        <pc:chgData name="Richard Hicks" userId="1661e17dce1ad135" providerId="LiveId" clId="{4D96F0B7-ED60-4FE4-A028-3F93E982E1D1}" dt="2026-05-06T00:15:04.030" v="143" actId="2696"/>
        <pc:sldMkLst>
          <pc:docMk/>
          <pc:sldMk cId="1258588843" sldId="292"/>
        </pc:sldMkLst>
      </pc:sldChg>
      <pc:sldChg chg="modSp add mod">
        <pc:chgData name="Richard Hicks" userId="1661e17dce1ad135" providerId="LiveId" clId="{4D96F0B7-ED60-4FE4-A028-3F93E982E1D1}" dt="2026-05-06T00:16:05.642" v="176" actId="20577"/>
        <pc:sldMkLst>
          <pc:docMk/>
          <pc:sldMk cId="2686242952" sldId="293"/>
        </pc:sldMkLst>
        <pc:spChg chg="mod">
          <ac:chgData name="Richard Hicks" userId="1661e17dce1ad135" providerId="LiveId" clId="{4D96F0B7-ED60-4FE4-A028-3F93E982E1D1}" dt="2026-05-05T16:56:12.537" v="111" actId="20577"/>
          <ac:spMkLst>
            <pc:docMk/>
            <pc:sldMk cId="2686242952" sldId="293"/>
            <ac:spMk id="4" creationId="{526BC2B6-AE2C-3E1D-788D-592ABCDC14E7}"/>
          </ac:spMkLst>
        </pc:spChg>
        <pc:spChg chg="mod">
          <ac:chgData name="Richard Hicks" userId="1661e17dce1ad135" providerId="LiveId" clId="{4D96F0B7-ED60-4FE4-A028-3F93E982E1D1}" dt="2026-05-06T00:16:05.642" v="176" actId="20577"/>
          <ac:spMkLst>
            <pc:docMk/>
            <pc:sldMk cId="2686242952" sldId="293"/>
            <ac:spMk id="5" creationId="{CE5050AF-7D60-7B16-0E17-6467A67E504A}"/>
          </ac:spMkLst>
        </pc:spChg>
      </pc:sldChg>
      <pc:sldMasterChg chg="modSldLayout">
        <pc:chgData name="Richard Hicks" userId="1661e17dce1ad135" providerId="LiveId" clId="{4D96F0B7-ED60-4FE4-A028-3F93E982E1D1}" dt="2026-05-05T21:36:20.377" v="142"/>
        <pc:sldMasterMkLst>
          <pc:docMk/>
          <pc:sldMasterMk cId="102125104" sldId="2147483648"/>
        </pc:sldMasterMkLst>
        <pc:sldLayoutChg chg="addAnim delAnim modAnim">
          <pc:chgData name="Richard Hicks" userId="1661e17dce1ad135" providerId="LiveId" clId="{4D96F0B7-ED60-4FE4-A028-3F93E982E1D1}" dt="2026-05-05T21:36:20.377" v="142"/>
          <pc:sldLayoutMkLst>
            <pc:docMk/>
            <pc:sldMasterMk cId="102125104" sldId="2147483648"/>
            <pc:sldLayoutMk cId="4148940777" sldId="214748365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Rethinking Network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Goodbye VPNs — Hello Entra Private Access</a:t>
            </a:r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8CD-CB12-32EF-1CFE-54C294C3E9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3999" y="4206239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Richard Hicks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9" y="4200723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Gerry Hampson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485DDC-10A4-A946-6EE8-700508002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3999" y="5303520"/>
            <a:ext cx="4572000" cy="914400"/>
          </a:xfrm>
        </p:spPr>
        <p:txBody>
          <a:bodyPr/>
          <a:lstStyle/>
          <a:p>
            <a:r>
              <a:rPr lang="en-US" dirty="0"/>
              <a:t>@richardhicks</a:t>
            </a:r>
          </a:p>
          <a:p>
            <a:r>
              <a:rPr lang="en-US" dirty="0"/>
              <a:t>in/</a:t>
            </a:r>
            <a:r>
              <a:rPr lang="en-US" dirty="0" err="1"/>
              <a:t>RichardHicks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71F19-CB0D-6056-8B2E-7670D5A913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5999" y="5261408"/>
            <a:ext cx="4572000" cy="914400"/>
          </a:xfrm>
        </p:spPr>
        <p:txBody>
          <a:bodyPr/>
          <a:lstStyle/>
          <a:p>
            <a:r>
              <a:rPr lang="en-US" dirty="0"/>
              <a:t>@GerryHampson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280E57-51A9-979B-C838-5F016A209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23999" y="4760396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Richard M. Hicks Consulting, Inc.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4754880"/>
            <a:ext cx="4572000" cy="457200"/>
          </a:xfrm>
        </p:spPr>
        <p:txBody>
          <a:bodyPr/>
          <a:lstStyle/>
          <a:p>
            <a:r>
              <a:rPr lang="en-US" dirty="0"/>
              <a:t>Senior Consultant – Ergo Group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996EC-1B12-11D5-4690-384F1FC419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79162" y="5718608"/>
            <a:ext cx="476250" cy="47625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F80AD796-A5D0-185E-0D02-1A4E093DDB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2542" y="5261368"/>
            <a:ext cx="457240" cy="45724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5C5DC3-7C1D-6B17-2EA3-A2E14AEDA2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6890" y="5261368"/>
            <a:ext cx="457240" cy="457240"/>
          </a:xfrm>
          <a:prstGeom prst="rect">
            <a:avLst/>
          </a:prstGeom>
        </p:spPr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918C21B4-2DAB-A932-B3F5-43A9E1B2282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3" b="3053"/>
          <a:stretch>
            <a:fillRect/>
          </a:stretch>
        </p:blipFill>
        <p:spPr>
          <a:xfrm>
            <a:off x="2506436" y="1646750"/>
            <a:ext cx="2703513" cy="2538413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47042B2-27F8-AFFD-D477-ED05B1E225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6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Entra Private Access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Trust Network Access</a:t>
            </a:r>
          </a:p>
        </p:txBody>
      </p:sp>
    </p:spTree>
    <p:extLst>
      <p:ext uri="{BB962C8B-B14F-4D97-AF65-F5344CB8AC3E}">
        <p14:creationId xmlns:p14="http://schemas.microsoft.com/office/powerpoint/2010/main" val="227994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Entra Private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Microsoft Global Secure Access (GSA)</a:t>
            </a:r>
          </a:p>
          <a:p>
            <a:pPr lvl="1"/>
            <a:r>
              <a:rPr lang="en-US" dirty="0"/>
              <a:t>Security Service Edge (SSE)</a:t>
            </a:r>
          </a:p>
          <a:p>
            <a:pPr lvl="1"/>
            <a:r>
              <a:rPr lang="en-US" dirty="0"/>
              <a:t>Entra Private Access</a:t>
            </a:r>
          </a:p>
          <a:p>
            <a:pPr lvl="1"/>
            <a:r>
              <a:rPr lang="en-US" dirty="0"/>
              <a:t>Entra Internet Access</a:t>
            </a:r>
          </a:p>
          <a:p>
            <a:r>
              <a:rPr lang="en-US" dirty="0"/>
              <a:t>Cloud-Native Architecture</a:t>
            </a:r>
          </a:p>
          <a:p>
            <a:r>
              <a:rPr lang="en-US" dirty="0"/>
              <a:t>Global Network Presence</a:t>
            </a:r>
          </a:p>
          <a:p>
            <a:r>
              <a:rPr lang="en-US" dirty="0"/>
              <a:t>Identity-Centric Security</a:t>
            </a:r>
          </a:p>
          <a:p>
            <a:pPr lvl="1"/>
            <a:r>
              <a:rPr lang="en-US" dirty="0"/>
              <a:t>Entra Conditional Access</a:t>
            </a:r>
          </a:p>
        </p:txBody>
      </p:sp>
    </p:spTree>
    <p:extLst>
      <p:ext uri="{BB962C8B-B14F-4D97-AF65-F5344CB8AC3E}">
        <p14:creationId xmlns:p14="http://schemas.microsoft.com/office/powerpoint/2010/main" val="1433715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Zero Trust?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than a marketing term.</a:t>
            </a:r>
          </a:p>
        </p:txBody>
      </p:sp>
    </p:spTree>
    <p:extLst>
      <p:ext uri="{BB962C8B-B14F-4D97-AF65-F5344CB8AC3E}">
        <p14:creationId xmlns:p14="http://schemas.microsoft.com/office/powerpoint/2010/main" val="1303244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Trust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Verify Explicitly</a:t>
            </a:r>
          </a:p>
          <a:p>
            <a:r>
              <a:rPr lang="en-US" dirty="0"/>
              <a:t>Enforce Least Privilege</a:t>
            </a:r>
          </a:p>
          <a:p>
            <a:r>
              <a:rPr lang="en-US" dirty="0"/>
              <a:t>Assume Breach</a:t>
            </a:r>
          </a:p>
          <a:p>
            <a:r>
              <a:rPr lang="en-US" sz="2800" dirty="0"/>
              <a:t>Granular Segmentation</a:t>
            </a:r>
          </a:p>
          <a:p>
            <a:r>
              <a:rPr lang="en-US" dirty="0"/>
              <a:t>Continuous Monitoring and Validation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11965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Lots of them.</a:t>
            </a:r>
          </a:p>
        </p:txBody>
      </p:sp>
    </p:spTree>
    <p:extLst>
      <p:ext uri="{BB962C8B-B14F-4D97-AF65-F5344CB8AC3E}">
        <p14:creationId xmlns:p14="http://schemas.microsoft.com/office/powerpoint/2010/main" val="3933301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Enhanced Security</a:t>
            </a:r>
          </a:p>
          <a:p>
            <a:pPr lvl="1"/>
            <a:r>
              <a:rPr lang="en-US" dirty="0"/>
              <a:t>Granular network access</a:t>
            </a:r>
          </a:p>
          <a:p>
            <a:pPr lvl="1"/>
            <a:r>
              <a:rPr lang="en-US" dirty="0"/>
              <a:t>Identity-based controls</a:t>
            </a:r>
          </a:p>
          <a:p>
            <a:pPr lvl="1"/>
            <a:r>
              <a:rPr lang="en-US" dirty="0"/>
              <a:t>Reduced attack surface</a:t>
            </a:r>
          </a:p>
          <a:p>
            <a:r>
              <a:rPr lang="en-US" dirty="0"/>
              <a:t>Simplified Deployment</a:t>
            </a:r>
          </a:p>
          <a:p>
            <a:pPr lvl="1"/>
            <a:r>
              <a:rPr lang="en-US" dirty="0"/>
              <a:t>Cloud-hosted service</a:t>
            </a:r>
          </a:p>
          <a:p>
            <a:pPr lvl="1"/>
            <a:r>
              <a:rPr lang="en-US" dirty="0"/>
              <a:t>Minimal on-premises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001740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Entra ID Conditional Access</a:t>
            </a:r>
          </a:p>
          <a:p>
            <a:pPr lvl="1"/>
            <a:r>
              <a:rPr lang="en-US" dirty="0"/>
              <a:t>Device compliance</a:t>
            </a:r>
          </a:p>
          <a:p>
            <a:pPr lvl="1"/>
            <a:r>
              <a:rPr lang="en-US" dirty="0"/>
              <a:t>Authentication strength</a:t>
            </a:r>
          </a:p>
          <a:p>
            <a:pPr lvl="1"/>
            <a:r>
              <a:rPr lang="en-US" dirty="0"/>
              <a:t>Sign-in risk</a:t>
            </a:r>
          </a:p>
          <a:p>
            <a:r>
              <a:rPr lang="en-US" dirty="0"/>
              <a:t>Scalability</a:t>
            </a:r>
          </a:p>
          <a:p>
            <a:pPr lvl="1"/>
            <a:r>
              <a:rPr lang="en-US" dirty="0"/>
              <a:t>Microsoft global network (140+ regions, 185 POPs)</a:t>
            </a:r>
          </a:p>
          <a:p>
            <a:r>
              <a:rPr lang="en-US" dirty="0"/>
              <a:t>Cross-Platform Support</a:t>
            </a:r>
          </a:p>
          <a:p>
            <a:pPr lvl="1"/>
            <a:r>
              <a:rPr lang="en-US" dirty="0"/>
              <a:t>Windows (x64 and ARM), macOS, iOS, Android</a:t>
            </a:r>
          </a:p>
        </p:txBody>
      </p:sp>
    </p:spTree>
    <p:extLst>
      <p:ext uri="{BB962C8B-B14F-4D97-AF65-F5344CB8AC3E}">
        <p14:creationId xmlns:p14="http://schemas.microsoft.com/office/powerpoint/2010/main" val="931090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Comparing VPN and Entra Private Access</a:t>
            </a:r>
          </a:p>
        </p:txBody>
      </p:sp>
    </p:spTree>
    <p:extLst>
      <p:ext uri="{BB962C8B-B14F-4D97-AF65-F5344CB8AC3E}">
        <p14:creationId xmlns:p14="http://schemas.microsoft.com/office/powerpoint/2010/main" val="2632244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Model — 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Virtual Network Adapter</a:t>
            </a:r>
          </a:p>
          <a:p>
            <a:r>
              <a:rPr lang="en-US" dirty="0"/>
              <a:t>Routable IP Address</a:t>
            </a:r>
          </a:p>
          <a:p>
            <a:r>
              <a:rPr lang="en-US" dirty="0"/>
              <a:t>Bi-Directional Communication</a:t>
            </a:r>
          </a:p>
          <a:p>
            <a:r>
              <a:rPr lang="en-US" dirty="0"/>
              <a:t>Network-Centric</a:t>
            </a:r>
          </a:p>
          <a:p>
            <a:pPr lvl="1"/>
            <a:r>
              <a:rPr lang="en-US" dirty="0"/>
              <a:t>All Protocols, All Ports</a:t>
            </a:r>
          </a:p>
        </p:txBody>
      </p:sp>
    </p:spTree>
    <p:extLst>
      <p:ext uri="{BB962C8B-B14F-4D97-AF65-F5344CB8AC3E}">
        <p14:creationId xmlns:p14="http://schemas.microsoft.com/office/powerpoint/2010/main" val="643618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Model — Entra Private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Global Secure Access Client</a:t>
            </a:r>
          </a:p>
          <a:p>
            <a:pPr lvl="1"/>
            <a:r>
              <a:rPr lang="en-US" dirty="0"/>
              <a:t>Lightweight Filter Driver</a:t>
            </a:r>
          </a:p>
          <a:p>
            <a:r>
              <a:rPr lang="en-US" dirty="0"/>
              <a:t>Traffic Acquired According to Policy</a:t>
            </a:r>
          </a:p>
          <a:p>
            <a:pPr lvl="1"/>
            <a:r>
              <a:rPr lang="en-US" dirty="0"/>
              <a:t>IP address, IP range, CIDR</a:t>
            </a:r>
          </a:p>
          <a:p>
            <a:pPr lvl="1"/>
            <a:r>
              <a:rPr lang="en-US" dirty="0"/>
              <a:t>Hostname, Fully qualified domain name</a:t>
            </a:r>
          </a:p>
          <a:p>
            <a:r>
              <a:rPr lang="en-US" dirty="0"/>
              <a:t>Unidirectional Communication</a:t>
            </a:r>
          </a:p>
          <a:p>
            <a:r>
              <a:rPr lang="en-US" dirty="0"/>
              <a:t>Application-Centric</a:t>
            </a:r>
          </a:p>
          <a:p>
            <a:pPr lvl="1"/>
            <a:r>
              <a:rPr lang="en-US" dirty="0"/>
              <a:t>Specific protocols and ports</a:t>
            </a:r>
          </a:p>
        </p:txBody>
      </p:sp>
    </p:spTree>
    <p:extLst>
      <p:ext uri="{BB962C8B-B14F-4D97-AF65-F5344CB8AC3E}">
        <p14:creationId xmlns:p14="http://schemas.microsoft.com/office/powerpoint/2010/main" val="2942946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aren’t many.</a:t>
            </a:r>
          </a:p>
        </p:txBody>
      </p:sp>
    </p:spTree>
    <p:extLst>
      <p:ext uri="{BB962C8B-B14F-4D97-AF65-F5344CB8AC3E}">
        <p14:creationId xmlns:p14="http://schemas.microsoft.com/office/powerpoint/2010/main" val="308925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Global Secure Access Client</a:t>
            </a:r>
          </a:p>
          <a:p>
            <a:r>
              <a:rPr lang="en-US" dirty="0"/>
              <a:t>Entra-joined Endpoint</a:t>
            </a:r>
          </a:p>
          <a:p>
            <a:r>
              <a:rPr lang="en-US" sz="2800" dirty="0"/>
              <a:t>Entra Private Network Connector</a:t>
            </a:r>
          </a:p>
          <a:p>
            <a:pPr lvl="1"/>
            <a:r>
              <a:rPr lang="en-US" dirty="0"/>
              <a:t>On-premises</a:t>
            </a:r>
          </a:p>
          <a:p>
            <a:pPr lvl="1"/>
            <a:r>
              <a:rPr lang="en-US" dirty="0"/>
              <a:t>One or more</a:t>
            </a:r>
          </a:p>
        </p:txBody>
      </p:sp>
    </p:spTree>
    <p:extLst>
      <p:ext uri="{BB962C8B-B14F-4D97-AF65-F5344CB8AC3E}">
        <p14:creationId xmlns:p14="http://schemas.microsoft.com/office/powerpoint/2010/main" val="896298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There’s no such thing as a free lunch.</a:t>
            </a:r>
          </a:p>
        </p:txBody>
      </p:sp>
    </p:spTree>
    <p:extLst>
      <p:ext uri="{BB962C8B-B14F-4D97-AF65-F5344CB8AC3E}">
        <p14:creationId xmlns:p14="http://schemas.microsoft.com/office/powerpoint/2010/main" val="3548971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760009"/>
          </a:xfrm>
        </p:spPr>
        <p:txBody>
          <a:bodyPr/>
          <a:lstStyle/>
          <a:p>
            <a:r>
              <a:rPr lang="en-US" sz="2800" dirty="0"/>
              <a:t>Microsoft Entra Suite</a:t>
            </a:r>
          </a:p>
          <a:p>
            <a:pPr lvl="1"/>
            <a:r>
              <a:rPr lang="en-US" dirty="0"/>
              <a:t>Entra Private Access</a:t>
            </a:r>
          </a:p>
          <a:p>
            <a:pPr lvl="1"/>
            <a:r>
              <a:rPr lang="en-US" dirty="0"/>
              <a:t>Entra Internet Access</a:t>
            </a:r>
          </a:p>
          <a:p>
            <a:pPr lvl="1"/>
            <a:r>
              <a:rPr lang="en-US" dirty="0"/>
              <a:t>Entra ID Governance</a:t>
            </a:r>
          </a:p>
          <a:p>
            <a:pPr lvl="1"/>
            <a:r>
              <a:rPr lang="en-US" dirty="0"/>
              <a:t>Entra ID Protection</a:t>
            </a:r>
          </a:p>
          <a:p>
            <a:pPr lvl="1"/>
            <a:r>
              <a:rPr lang="en-US" dirty="0"/>
              <a:t>Entra Verified ID (premium capabilities)</a:t>
            </a:r>
          </a:p>
          <a:p>
            <a:r>
              <a:rPr lang="en-US" dirty="0"/>
              <a:t>Standalone License</a:t>
            </a:r>
          </a:p>
          <a:p>
            <a:r>
              <a:rPr lang="en-US" dirty="0"/>
              <a:t>Entra ID Conditional Access (requires Entra ID P1)</a:t>
            </a:r>
          </a:p>
          <a:p>
            <a:r>
              <a:rPr lang="en-US" dirty="0"/>
              <a:t>Risk-Based Policies (Entra ID P2)</a:t>
            </a:r>
          </a:p>
        </p:txBody>
      </p:sp>
    </p:spTree>
    <p:extLst>
      <p:ext uri="{BB962C8B-B14F-4D97-AF65-F5344CB8AC3E}">
        <p14:creationId xmlns:p14="http://schemas.microsoft.com/office/powerpoint/2010/main" val="2871799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Network Connector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Azure App Proxy, Anyone?</a:t>
            </a:r>
          </a:p>
        </p:txBody>
      </p:sp>
    </p:spTree>
    <p:extLst>
      <p:ext uri="{BB962C8B-B14F-4D97-AF65-F5344CB8AC3E}">
        <p14:creationId xmlns:p14="http://schemas.microsoft.com/office/powerpoint/2010/main" val="1201942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Network Connector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760009"/>
          </a:xfrm>
        </p:spPr>
        <p:txBody>
          <a:bodyPr/>
          <a:lstStyle/>
          <a:p>
            <a:r>
              <a:rPr lang="en-US" sz="2800" dirty="0"/>
              <a:t>On-Premises Software Agent</a:t>
            </a:r>
          </a:p>
          <a:p>
            <a:pPr lvl="1"/>
            <a:r>
              <a:rPr lang="en-US" dirty="0"/>
              <a:t>Windows Server (domain-joined recommended)</a:t>
            </a:r>
          </a:p>
          <a:p>
            <a:pPr lvl="1"/>
            <a:r>
              <a:rPr lang="en-US" dirty="0"/>
              <a:t>4CPU, 8GB RAM</a:t>
            </a:r>
          </a:p>
          <a:p>
            <a:pPr lvl="1"/>
            <a:r>
              <a:rPr lang="en-US" dirty="0"/>
              <a:t>Access to applications and data</a:t>
            </a:r>
          </a:p>
          <a:p>
            <a:r>
              <a:rPr lang="en-US" dirty="0"/>
              <a:t>Outbound Connectivity Only</a:t>
            </a:r>
          </a:p>
          <a:p>
            <a:pPr lvl="1"/>
            <a:r>
              <a:rPr lang="en-US" dirty="0"/>
              <a:t>TCP 80, 443</a:t>
            </a:r>
          </a:p>
        </p:txBody>
      </p:sp>
    </p:spTree>
    <p:extLst>
      <p:ext uri="{BB962C8B-B14F-4D97-AF65-F5344CB8AC3E}">
        <p14:creationId xmlns:p14="http://schemas.microsoft.com/office/powerpoint/2010/main" val="1845362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Connector Groups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availability and geographic routing.</a:t>
            </a:r>
          </a:p>
        </p:txBody>
      </p:sp>
    </p:spTree>
    <p:extLst>
      <p:ext uri="{BB962C8B-B14F-4D97-AF65-F5344CB8AC3E}">
        <p14:creationId xmlns:p14="http://schemas.microsoft.com/office/powerpoint/2010/main" val="3475174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Connector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760009"/>
          </a:xfrm>
        </p:spPr>
        <p:txBody>
          <a:bodyPr/>
          <a:lstStyle/>
          <a:p>
            <a:r>
              <a:rPr lang="en-US" sz="2800" dirty="0"/>
              <a:t>Individual Units</a:t>
            </a:r>
          </a:p>
          <a:p>
            <a:pPr lvl="1"/>
            <a:r>
              <a:rPr lang="en-US" dirty="0"/>
              <a:t>High availability/redundancy</a:t>
            </a:r>
          </a:p>
          <a:p>
            <a:pPr lvl="1"/>
            <a:r>
              <a:rPr lang="en-US" dirty="0"/>
              <a:t>Scalability/load balancing</a:t>
            </a:r>
          </a:p>
          <a:p>
            <a:pPr lvl="1"/>
            <a:r>
              <a:rPr lang="en-US" dirty="0"/>
              <a:t>Performance</a:t>
            </a:r>
          </a:p>
          <a:p>
            <a:r>
              <a:rPr lang="en-US" dirty="0"/>
              <a:t>Application Specific</a:t>
            </a:r>
          </a:p>
          <a:p>
            <a:pPr lvl="1"/>
            <a:r>
              <a:rPr lang="en-US" dirty="0"/>
              <a:t>Assigned per application</a:t>
            </a:r>
          </a:p>
        </p:txBody>
      </p:sp>
    </p:spTree>
    <p:extLst>
      <p:ext uri="{BB962C8B-B14F-4D97-AF65-F5344CB8AC3E}">
        <p14:creationId xmlns:p14="http://schemas.microsoft.com/office/powerpoint/2010/main" val="3466161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Connector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760009"/>
          </a:xfrm>
        </p:spPr>
        <p:txBody>
          <a:bodyPr/>
          <a:lstStyle/>
          <a:p>
            <a:r>
              <a:rPr lang="en-US" sz="2800" dirty="0"/>
              <a:t>Default Group</a:t>
            </a:r>
          </a:p>
          <a:p>
            <a:pPr lvl="1"/>
            <a:r>
              <a:rPr lang="en-US" dirty="0"/>
              <a:t>Used if unassigned</a:t>
            </a:r>
          </a:p>
          <a:p>
            <a:pPr lvl="1"/>
            <a:r>
              <a:rPr lang="en-US" dirty="0"/>
              <a:t>Do not assign applications!</a:t>
            </a:r>
          </a:p>
          <a:p>
            <a:r>
              <a:rPr lang="en-US" dirty="0"/>
              <a:t>Geolocation</a:t>
            </a:r>
          </a:p>
          <a:p>
            <a:pPr lvl="1"/>
            <a:r>
              <a:rPr lang="en-US" dirty="0"/>
              <a:t>Align connectors by geography</a:t>
            </a:r>
          </a:p>
          <a:p>
            <a:r>
              <a:rPr lang="en-US" dirty="0"/>
              <a:t>Assign Connector Groups to Regions</a:t>
            </a:r>
          </a:p>
        </p:txBody>
      </p:sp>
    </p:spTree>
    <p:extLst>
      <p:ext uri="{BB962C8B-B14F-4D97-AF65-F5344CB8AC3E}">
        <p14:creationId xmlns:p14="http://schemas.microsoft.com/office/powerpoint/2010/main" val="53084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Network Connector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Installation and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998567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GSA Client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things to know.</a:t>
            </a:r>
          </a:p>
        </p:txBody>
      </p:sp>
    </p:spTree>
    <p:extLst>
      <p:ext uri="{BB962C8B-B14F-4D97-AF65-F5344CB8AC3E}">
        <p14:creationId xmlns:p14="http://schemas.microsoft.com/office/powerpoint/2010/main" val="581256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GSA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760009"/>
          </a:xfrm>
        </p:spPr>
        <p:txBody>
          <a:bodyPr/>
          <a:lstStyle/>
          <a:p>
            <a:r>
              <a:rPr lang="en-US" sz="2800" dirty="0"/>
              <a:t>Deploy Agent Software to Target Endpoints</a:t>
            </a:r>
            <a:endParaRPr lang="en-US" dirty="0"/>
          </a:p>
          <a:p>
            <a:r>
              <a:rPr lang="en-US" sz="2800" dirty="0"/>
              <a:t>Requirements for Entra Internet Access</a:t>
            </a:r>
          </a:p>
          <a:p>
            <a:pPr lvl="1"/>
            <a:r>
              <a:rPr lang="en-US" dirty="0"/>
              <a:t>Prefer IPv4 over IPv6</a:t>
            </a:r>
          </a:p>
          <a:p>
            <a:pPr lvl="1"/>
            <a:r>
              <a:rPr lang="en-US" dirty="0"/>
              <a:t>Disable QUIC</a:t>
            </a:r>
          </a:p>
          <a:p>
            <a:pPr lvl="1"/>
            <a:r>
              <a:rPr lang="en-US" dirty="0"/>
              <a:t>Disable Secure DNS (DoT, </a:t>
            </a:r>
            <a:r>
              <a:rPr lang="en-US" dirty="0" err="1"/>
              <a:t>DoH</a:t>
            </a:r>
            <a:r>
              <a:rPr lang="en-US" dirty="0"/>
              <a:t>)</a:t>
            </a:r>
          </a:p>
          <a:p>
            <a:r>
              <a:rPr lang="en-US" dirty="0"/>
              <a:t>Not Required for Entra </a:t>
            </a:r>
            <a:r>
              <a:rPr lang="en-US"/>
              <a:t>Private Access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846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Forwarding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 flip of the switch.</a:t>
            </a:r>
          </a:p>
        </p:txBody>
      </p:sp>
    </p:spTree>
    <p:extLst>
      <p:ext uri="{BB962C8B-B14F-4D97-AF65-F5344CB8AC3E}">
        <p14:creationId xmlns:p14="http://schemas.microsoft.com/office/powerpoint/2010/main" val="1906538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App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Granular </a:t>
            </a:r>
            <a:r>
              <a:rPr lang="en-US"/>
              <a:t>application access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2429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C4865-A8EA-DE9B-A9E4-A479B9FE5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702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2026 at MOA.potx" id="{D8842C19-AA0D-435F-9EEB-FA31630ABB9B}" vid="{5142D9BD-4495-4882-B39B-A8686CD3B0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4c1987-0261-432a-b2ef-a9da39f1b5e2">
      <Terms xmlns="http://schemas.microsoft.com/office/infopath/2007/PartnerControls"/>
    </lcf76f155ced4ddcb4097134ff3c332f>
    <TaxCatchAll xmlns="0f628621-369a-46c7-83bd-de17ca40753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787FB9552CF40BFF026EAAC52FBCA" ma:contentTypeVersion="20" ma:contentTypeDescription="Create a new document." ma:contentTypeScope="" ma:versionID="edddbbb644e7c0bd6adf7ea50799224d">
  <xsd:schema xmlns:xsd="http://www.w3.org/2001/XMLSchema" xmlns:xs="http://www.w3.org/2001/XMLSchema" xmlns:p="http://schemas.microsoft.com/office/2006/metadata/properties" xmlns:ns2="0f628621-369a-46c7-83bd-de17ca407533" xmlns:ns3="994c1987-0261-432a-b2ef-a9da39f1b5e2" targetNamespace="http://schemas.microsoft.com/office/2006/metadata/properties" ma:root="true" ma:fieldsID="49108ad5585ca2305a1dbbeb1151d3a3" ns2:_="" ns3:_="">
    <xsd:import namespace="0f628621-369a-46c7-83bd-de17ca407533"/>
    <xsd:import namespace="994c1987-0261-432a-b2ef-a9da39f1b5e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28621-369a-46c7-83bd-de17ca40753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3" nillable="true" ma:displayName="Taxonomy Catch All Column" ma:hidden="true" ma:list="{373337a8-41f0-47ae-895f-b179ccc8878d}" ma:internalName="TaxCatchAll" ma:showField="CatchAllData" ma:web="0f628621-369a-46c7-83bd-de17ca4075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c1987-0261-432a-b2ef-a9da39f1b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4f3eb32-8128-4a7e-868e-0456b78e6e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2549C15-4E42-4D07-A4DB-8ECA1C2B5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628621-369a-46c7-83bd-de17ca407533"/>
    <ds:schemaRef ds:uri="994c1987-0261-432a-b2ef-a9da39f1b5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mmsmoa_2026_template</Template>
  <TotalTime>18816</TotalTime>
  <Words>441</Words>
  <Application>Microsoft Office PowerPoint</Application>
  <PresentationFormat>Widescreen</PresentationFormat>
  <Paragraphs>124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Rethinking Network Security</vt:lpstr>
      <vt:lpstr>PowerPoint Presentation</vt:lpstr>
      <vt:lpstr>Entra Private Access</vt:lpstr>
      <vt:lpstr>Entra Private Access</vt:lpstr>
      <vt:lpstr>What is Zero Trust?</vt:lpstr>
      <vt:lpstr>Zero Trust Principles</vt:lpstr>
      <vt:lpstr>Benefits</vt:lpstr>
      <vt:lpstr>Benefits</vt:lpstr>
      <vt:lpstr>Benefits</vt:lpstr>
      <vt:lpstr>Access Model</vt:lpstr>
      <vt:lpstr>Access Model — VPN</vt:lpstr>
      <vt:lpstr>Access Model — Entra Private Access</vt:lpstr>
      <vt:lpstr>Requirements</vt:lpstr>
      <vt:lpstr>Requirements</vt:lpstr>
      <vt:lpstr>Licensing</vt:lpstr>
      <vt:lpstr>Licensing</vt:lpstr>
      <vt:lpstr>Private Network Connector</vt:lpstr>
      <vt:lpstr>Private Network Connector</vt:lpstr>
      <vt:lpstr>Connector Groups</vt:lpstr>
      <vt:lpstr>Connector Groups</vt:lpstr>
      <vt:lpstr>Connector Groups</vt:lpstr>
      <vt:lpstr>Private Network Connector</vt:lpstr>
      <vt:lpstr>GSA Client</vt:lpstr>
      <vt:lpstr>GSA Client</vt:lpstr>
      <vt:lpstr>Traffic Forwarding</vt:lpstr>
      <vt:lpstr>Enterprise App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Richard Hicks</dc:creator>
  <cp:lastModifiedBy>Richard Hicks</cp:lastModifiedBy>
  <cp:revision>1</cp:revision>
  <dcterms:created xsi:type="dcterms:W3CDTF">2026-03-15T19:57:36Z</dcterms:created>
  <dcterms:modified xsi:type="dcterms:W3CDTF">2026-05-06T00:16:06Z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0x010100066787FB9552CF40BFF026EAAC52FBCA</vt:lpwstr>
  </property>
  <property fmtid="{D5CDD505-2E9C-101B-9397-08002B2CF9AE}" pid="3" name="MediaServiceImageTags">
    <vt:lpwstr/>
  </property>
</Properties>
</file>