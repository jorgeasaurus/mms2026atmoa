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0"/>
  </p:handoutMasterIdLst>
  <p:sldIdLst>
    <p:sldId id="256" r:id="rId6"/>
    <p:sldId id="260" r:id="rId7"/>
    <p:sldId id="266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0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285BF-631D-4879-85C0-E634FC838500}" v="6" dt="2026-02-26T18:34:15.843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101" d="100"/>
          <a:sy n="101" d="100"/>
        </p:scale>
        <p:origin x="69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pher Turner" userId="116d5080-4c75-479d-8979-23b3986a3601" providerId="ADAL" clId="{E75F8507-D68F-4840-ABAE-6EB23CCD13D7}"/>
    <pc:docChg chg="undo custSel addSld delSld modSld sldOrd delSection modSection">
      <pc:chgData name="Kristopher Turner" userId="116d5080-4c75-479d-8979-23b3986a3601" providerId="ADAL" clId="{E75F8507-D68F-4840-ABAE-6EB23CCD13D7}" dt="2026-02-26T18:34:57.001" v="193"/>
      <pc:docMkLst>
        <pc:docMk/>
      </pc:docMkLst>
      <pc:sldChg chg="modSp mod ord">
        <pc:chgData name="Kristopher Turner" userId="116d5080-4c75-479d-8979-23b3986a3601" providerId="ADAL" clId="{E75F8507-D68F-4840-ABAE-6EB23CCD13D7}" dt="2026-02-26T18:27:09.894" v="105"/>
        <pc:sldMkLst>
          <pc:docMk/>
          <pc:sldMk cId="4018952155" sldId="256"/>
        </pc:sldMkLst>
        <pc:spChg chg="mod">
          <ac:chgData name="Kristopher Turner" userId="116d5080-4c75-479d-8979-23b3986a3601" providerId="ADAL" clId="{E75F8507-D68F-4840-ABAE-6EB23CCD13D7}" dt="2026-02-26T15:57:07.447" v="11" actId="20577"/>
          <ac:spMkLst>
            <pc:docMk/>
            <pc:sldMk cId="4018952155" sldId="256"/>
            <ac:spMk id="2" creationId="{2313B669-2341-DF39-C682-5CB469879095}"/>
          </ac:spMkLst>
        </pc:spChg>
        <pc:spChg chg="mod">
          <ac:chgData name="Kristopher Turner" userId="116d5080-4c75-479d-8979-23b3986a3601" providerId="ADAL" clId="{E75F8507-D68F-4840-ABAE-6EB23CCD13D7}" dt="2026-02-26T15:57:19.598" v="57" actId="20577"/>
          <ac:spMkLst>
            <pc:docMk/>
            <pc:sldMk cId="4018952155" sldId="256"/>
            <ac:spMk id="3" creationId="{B7806C1F-6D02-FA11-F860-B05CFAC0C160}"/>
          </ac:spMkLst>
        </pc:spChg>
      </pc:sldChg>
      <pc:sldChg chg="del">
        <pc:chgData name="Kristopher Turner" userId="116d5080-4c75-479d-8979-23b3986a3601" providerId="ADAL" clId="{E75F8507-D68F-4840-ABAE-6EB23CCD13D7}" dt="2026-02-26T18:26:44.677" v="100" actId="18676"/>
        <pc:sldMkLst>
          <pc:docMk/>
          <pc:sldMk cId="2692478915" sldId="257"/>
        </pc:sldMkLst>
      </pc:sldChg>
      <pc:sldChg chg="del">
        <pc:chgData name="Kristopher Turner" userId="116d5080-4c75-479d-8979-23b3986a3601" providerId="ADAL" clId="{E75F8507-D68F-4840-ABAE-6EB23CCD13D7}" dt="2026-02-26T18:26:44.677" v="100" actId="18676"/>
        <pc:sldMkLst>
          <pc:docMk/>
          <pc:sldMk cId="2279942714" sldId="258"/>
        </pc:sldMkLst>
      </pc:sldChg>
      <pc:sldChg chg="del">
        <pc:chgData name="Kristopher Turner" userId="116d5080-4c75-479d-8979-23b3986a3601" providerId="ADAL" clId="{E75F8507-D68F-4840-ABAE-6EB23CCD13D7}" dt="2026-02-26T18:26:44.677" v="100" actId="18676"/>
        <pc:sldMkLst>
          <pc:docMk/>
          <pc:sldMk cId="2998567692" sldId="259"/>
        </pc:sldMkLst>
      </pc:sldChg>
      <pc:sldChg chg="addSp delSp modSp mod ord">
        <pc:chgData name="Kristopher Turner" userId="116d5080-4c75-479d-8979-23b3986a3601" providerId="ADAL" clId="{E75F8507-D68F-4840-ABAE-6EB23CCD13D7}" dt="2026-02-26T18:34:57.001" v="193"/>
        <pc:sldMkLst>
          <pc:docMk/>
          <pc:sldMk cId="2749782532" sldId="260"/>
        </pc:sldMkLst>
        <pc:spChg chg="mod">
          <ac:chgData name="Kristopher Turner" userId="116d5080-4c75-479d-8979-23b3986a3601" providerId="ADAL" clId="{E75F8507-D68F-4840-ABAE-6EB23CCD13D7}" dt="2026-02-26T16:05:32.680" v="74" actId="20577"/>
          <ac:spMkLst>
            <pc:docMk/>
            <pc:sldMk cId="2749782532" sldId="260"/>
            <ac:spMk id="4" creationId="{1BFB68CD-CB12-32EF-1CFE-54C294C3E92D}"/>
          </ac:spMkLst>
        </pc:spChg>
        <pc:spChg chg="mod">
          <ac:chgData name="Kristopher Turner" userId="116d5080-4c75-479d-8979-23b3986a3601" providerId="ADAL" clId="{E75F8507-D68F-4840-ABAE-6EB23CCD13D7}" dt="2026-02-26T16:05:46.405" v="99" actId="20577"/>
          <ac:spMkLst>
            <pc:docMk/>
            <pc:sldMk cId="2749782532" sldId="260"/>
            <ac:spMk id="5" creationId="{BE1E5CAD-23FE-A4D7-B096-3334A7D79C8B}"/>
          </ac:spMkLst>
        </pc:spChg>
        <pc:spChg chg="mod">
          <ac:chgData name="Kristopher Turner" userId="116d5080-4c75-479d-8979-23b3986a3601" providerId="ADAL" clId="{E75F8507-D68F-4840-ABAE-6EB23CCD13D7}" dt="2026-02-26T18:33:17.807" v="164" actId="20577"/>
          <ac:spMkLst>
            <pc:docMk/>
            <pc:sldMk cId="2749782532" sldId="260"/>
            <ac:spMk id="6" creationId="{86485DDC-10A4-A946-6EE8-700508002C72}"/>
          </ac:spMkLst>
        </pc:spChg>
        <pc:spChg chg="add del">
          <ac:chgData name="Kristopher Turner" userId="116d5080-4c75-479d-8979-23b3986a3601" providerId="ADAL" clId="{E75F8507-D68F-4840-ABAE-6EB23CCD13D7}" dt="2026-02-26T18:33:59.705" v="175" actId="478"/>
          <ac:spMkLst>
            <pc:docMk/>
            <pc:sldMk cId="2749782532" sldId="260"/>
            <ac:spMk id="7" creationId="{9FC71F19-CB0D-6056-8B2E-7670D5A913DD}"/>
          </ac:spMkLst>
        </pc:spChg>
        <pc:spChg chg="mod">
          <ac:chgData name="Kristopher Turner" userId="116d5080-4c75-479d-8979-23b3986a3601" providerId="ADAL" clId="{E75F8507-D68F-4840-ABAE-6EB23CCD13D7}" dt="2026-02-26T18:33:03.205" v="130" actId="20577"/>
          <ac:spMkLst>
            <pc:docMk/>
            <pc:sldMk cId="2749782532" sldId="260"/>
            <ac:spMk id="9" creationId="{F7177573-C298-FAF8-2140-0326B263D0A5}"/>
          </ac:spMkLst>
        </pc:spChg>
        <pc:spChg chg="add del mod">
          <ac:chgData name="Kristopher Turner" userId="116d5080-4c75-479d-8979-23b3986a3601" providerId="ADAL" clId="{E75F8507-D68F-4840-ABAE-6EB23CCD13D7}" dt="2026-02-26T18:33:53.853" v="174" actId="478"/>
          <ac:spMkLst>
            <pc:docMk/>
            <pc:sldMk cId="2749782532" sldId="260"/>
            <ac:spMk id="14" creationId="{45999B3E-FD56-7928-656B-B78AECF16B81}"/>
          </ac:spMkLst>
        </pc:spChg>
        <pc:spChg chg="add mod">
          <ac:chgData name="Kristopher Turner" userId="116d5080-4c75-479d-8979-23b3986a3601" providerId="ADAL" clId="{E75F8507-D68F-4840-ABAE-6EB23CCD13D7}" dt="2026-02-26T18:33:52.665" v="173"/>
          <ac:spMkLst>
            <pc:docMk/>
            <pc:sldMk cId="2749782532" sldId="260"/>
            <ac:spMk id="15" creationId="{DF626114-C8F9-2A92-2968-7F226BB466D5}"/>
          </ac:spMkLst>
        </pc:spChg>
        <pc:spChg chg="add del mod">
          <ac:chgData name="Kristopher Turner" userId="116d5080-4c75-479d-8979-23b3986a3601" providerId="ADAL" clId="{E75F8507-D68F-4840-ABAE-6EB23CCD13D7}" dt="2026-02-26T18:34:01.503" v="176" actId="478"/>
          <ac:spMkLst>
            <pc:docMk/>
            <pc:sldMk cId="2749782532" sldId="260"/>
            <ac:spMk id="20" creationId="{E6DF503D-23A9-1114-75A3-61FE2745193D}"/>
          </ac:spMkLst>
        </pc:spChg>
        <pc:spChg chg="add mod">
          <ac:chgData name="Kristopher Turner" userId="116d5080-4c75-479d-8979-23b3986a3601" providerId="ADAL" clId="{E75F8507-D68F-4840-ABAE-6EB23CCD13D7}" dt="2026-02-26T18:34:57.001" v="193"/>
          <ac:spMkLst>
            <pc:docMk/>
            <pc:sldMk cId="2749782532" sldId="260"/>
            <ac:spMk id="21" creationId="{BAFF0FDC-0276-C411-D1E4-B4DDA4728735}"/>
          </ac:spMkLst>
        </pc:spChg>
        <pc:picChg chg="del">
          <ac:chgData name="Kristopher Turner" userId="116d5080-4c75-479d-8979-23b3986a3601" providerId="ADAL" clId="{E75F8507-D68F-4840-ABAE-6EB23CCD13D7}" dt="2026-02-26T18:34:03.054" v="178" actId="478"/>
          <ac:picMkLst>
            <pc:docMk/>
            <pc:sldMk cId="2749782532" sldId="260"/>
            <ac:picMk id="2" creationId="{F80AD796-A5D0-185E-0D02-1A4E093DDB8D}"/>
          </ac:picMkLst>
        </pc:picChg>
        <pc:picChg chg="del">
          <ac:chgData name="Kristopher Turner" userId="116d5080-4c75-479d-8979-23b3986a3601" providerId="ADAL" clId="{E75F8507-D68F-4840-ABAE-6EB23CCD13D7}" dt="2026-02-26T18:34:02.313" v="177" actId="478"/>
          <ac:picMkLst>
            <pc:docMk/>
            <pc:sldMk cId="2749782532" sldId="260"/>
            <ac:picMk id="10" creationId="{4630E878-9BF7-6939-C50D-D08A60E4660B}"/>
          </ac:picMkLst>
        </pc:picChg>
        <pc:picChg chg="mod">
          <ac:chgData name="Kristopher Turner" userId="116d5080-4c75-479d-8979-23b3986a3601" providerId="ADAL" clId="{E75F8507-D68F-4840-ABAE-6EB23CCD13D7}" dt="2026-02-26T18:32:30.802" v="122" actId="14826"/>
          <ac:picMkLst>
            <pc:docMk/>
            <pc:sldMk cId="2749782532" sldId="260"/>
            <ac:picMk id="11" creationId="{E25A340F-1F9B-DA96-FDB6-3299A6F777AE}"/>
          </ac:picMkLst>
        </pc:picChg>
        <pc:picChg chg="mod">
          <ac:chgData name="Kristopher Turner" userId="116d5080-4c75-479d-8979-23b3986a3601" providerId="ADAL" clId="{E75F8507-D68F-4840-ABAE-6EB23CCD13D7}" dt="2026-02-26T18:31:36.451" v="121" actId="14826"/>
          <ac:picMkLst>
            <pc:docMk/>
            <pc:sldMk cId="2749782532" sldId="260"/>
            <ac:picMk id="13" creationId="{62CD6E66-EAB9-E15A-71BD-FB2D4F9AE9AD}"/>
          </ac:picMkLst>
        </pc:picChg>
        <pc:picChg chg="add mod">
          <ac:chgData name="Kristopher Turner" userId="116d5080-4c75-479d-8979-23b3986a3601" providerId="ADAL" clId="{E75F8507-D68F-4840-ABAE-6EB23CCD13D7}" dt="2026-02-26T18:33:34.266" v="166"/>
          <ac:picMkLst>
            <pc:docMk/>
            <pc:sldMk cId="2749782532" sldId="260"/>
            <ac:picMk id="17" creationId="{304A9A01-F805-F0D8-CDA6-D7C814B75D94}"/>
          </ac:picMkLst>
        </pc:picChg>
        <pc:picChg chg="add mod">
          <ac:chgData name="Kristopher Turner" userId="116d5080-4c75-479d-8979-23b3986a3601" providerId="ADAL" clId="{E75F8507-D68F-4840-ABAE-6EB23CCD13D7}" dt="2026-02-26T18:33:50.924" v="170" actId="1076"/>
          <ac:picMkLst>
            <pc:docMk/>
            <pc:sldMk cId="2749782532" sldId="260"/>
            <ac:picMk id="18" creationId="{10F98FE6-5200-211C-E9A9-2FC1DA1079E3}"/>
          </ac:picMkLst>
        </pc:picChg>
        <pc:picChg chg="add mod">
          <ac:chgData name="Kristopher Turner" userId="116d5080-4c75-479d-8979-23b3986a3601" providerId="ADAL" clId="{E75F8507-D68F-4840-ABAE-6EB23CCD13D7}" dt="2026-02-26T18:34:22.396" v="180" actId="1076"/>
          <ac:picMkLst>
            <pc:docMk/>
            <pc:sldMk cId="2749782532" sldId="260"/>
            <ac:picMk id="22" creationId="{9F443610-78DA-7893-C866-8331FFB78B03}"/>
          </ac:picMkLst>
        </pc:picChg>
        <pc:picChg chg="add mod">
          <ac:chgData name="Kristopher Turner" userId="116d5080-4c75-479d-8979-23b3986a3601" providerId="ADAL" clId="{E75F8507-D68F-4840-ABAE-6EB23CCD13D7}" dt="2026-02-26T18:34:22.396" v="180" actId="1076"/>
          <ac:picMkLst>
            <pc:docMk/>
            <pc:sldMk cId="2749782532" sldId="260"/>
            <ac:picMk id="23" creationId="{388A7467-3BE6-169B-5CCF-A288D1B49209}"/>
          </ac:picMkLst>
        </pc:picChg>
      </pc:sldChg>
      <pc:sldChg chg="del">
        <pc:chgData name="Kristopher Turner" userId="116d5080-4c75-479d-8979-23b3986a3601" providerId="ADAL" clId="{E75F8507-D68F-4840-ABAE-6EB23CCD13D7}" dt="2026-02-26T18:26:44.677" v="100" actId="18676"/>
        <pc:sldMkLst>
          <pc:docMk/>
          <pc:sldMk cId="3665382884" sldId="262"/>
        </pc:sldMkLst>
      </pc:sldChg>
      <pc:sldChg chg="del">
        <pc:chgData name="Kristopher Turner" userId="116d5080-4c75-479d-8979-23b3986a3601" providerId="ADAL" clId="{E75F8507-D68F-4840-ABAE-6EB23CCD13D7}" dt="2026-02-26T18:27:07.100" v="103" actId="18676"/>
        <pc:sldMkLst>
          <pc:docMk/>
          <pc:sldMk cId="3705781803" sldId="263"/>
        </pc:sldMkLst>
      </pc:sldChg>
      <pc:sldChg chg="del ord">
        <pc:chgData name="Kristopher Turner" userId="116d5080-4c75-479d-8979-23b3986a3601" providerId="ADAL" clId="{E75F8507-D68F-4840-ABAE-6EB23CCD13D7}" dt="2026-02-26T18:29:08.418" v="109" actId="47"/>
        <pc:sldMkLst>
          <pc:docMk/>
          <pc:sldMk cId="3743149013" sldId="264"/>
        </pc:sldMkLst>
      </pc:sldChg>
      <pc:sldChg chg="ord">
        <pc:chgData name="Kristopher Turner" userId="116d5080-4c75-479d-8979-23b3986a3601" providerId="ADAL" clId="{E75F8507-D68F-4840-ABAE-6EB23CCD13D7}" dt="2026-02-26T18:27:09.894" v="105"/>
        <pc:sldMkLst>
          <pc:docMk/>
          <pc:sldMk cId="2055530864" sldId="265"/>
        </pc:sldMkLst>
      </pc:sldChg>
      <pc:sldChg chg="modSp add mod">
        <pc:chgData name="Kristopher Turner" userId="116d5080-4c75-479d-8979-23b3986a3601" providerId="ADAL" clId="{E75F8507-D68F-4840-ABAE-6EB23CCD13D7}" dt="2026-02-26T18:30:42.268" v="120" actId="1076"/>
        <pc:sldMkLst>
          <pc:docMk/>
          <pc:sldMk cId="1009558230" sldId="266"/>
        </pc:sldMkLst>
        <pc:spChg chg="mod">
          <ac:chgData name="Kristopher Turner" userId="116d5080-4c75-479d-8979-23b3986a3601" providerId="ADAL" clId="{E75F8507-D68F-4840-ABAE-6EB23CCD13D7}" dt="2026-02-26T18:30:37.781" v="119" actId="6549"/>
          <ac:spMkLst>
            <pc:docMk/>
            <pc:sldMk cId="1009558230" sldId="266"/>
            <ac:spMk id="3" creationId="{C595F291-B9CB-60BF-7307-F3FFC90C9734}"/>
          </ac:spMkLst>
        </pc:spChg>
        <pc:cxnChg chg="mod">
          <ac:chgData name="Kristopher Turner" userId="116d5080-4c75-479d-8979-23b3986a3601" providerId="ADAL" clId="{E75F8507-D68F-4840-ABAE-6EB23CCD13D7}" dt="2026-02-26T18:30:42.268" v="120" actId="1076"/>
          <ac:cxnSpMkLst>
            <pc:docMk/>
            <pc:sldMk cId="1009558230" sldId="266"/>
            <ac:cxnSpMk id="5" creationId="{69C2E3B5-63C1-A044-AD8B-23B4159CE6FC}"/>
          </ac:cxnSpMkLst>
        </pc:cxnChg>
      </pc:sldChg>
      <pc:sldChg chg="del">
        <pc:chgData name="Kristopher Turner" userId="116d5080-4c75-479d-8979-23b3986a3601" providerId="ADAL" clId="{E75F8507-D68F-4840-ABAE-6EB23CCD13D7}" dt="2026-02-26T18:27:07.100" v="103" actId="18676"/>
        <pc:sldMkLst>
          <pc:docMk/>
          <pc:sldMk cId="1651702748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AVD Anywhere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Mastering Azure </a:t>
            </a:r>
            <a:r>
              <a:rPr lang="en-US"/>
              <a:t>Virtual Desktop on Azure 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7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Kristopher Turner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Matthew Wetherell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kristopherjturner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kristopherjturner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Minister, Fisherman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IT Infrastructure Manager , USNR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AFF0FDC-0276-C411-D1E4-B4DDA4728735}"/>
              </a:ext>
            </a:extLst>
          </p:cNvPr>
          <p:cNvSpPr txBox="1">
            <a:spLocks/>
          </p:cNvSpPr>
          <p:nvPr/>
        </p:nvSpPr>
        <p:spPr>
          <a:xfrm>
            <a:off x="6095999" y="5314553"/>
            <a:ext cx="4572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replaceme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mtwetherell</a:t>
            </a:r>
            <a:endParaRPr lang="en-US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F443610-78DA-7893-C866-8331FFB78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1162" y="5729641"/>
            <a:ext cx="476250" cy="476250"/>
          </a:xfrm>
          <a:prstGeom prst="rect">
            <a:avLst/>
          </a:prstGeom>
        </p:spPr>
      </p:pic>
      <p:pic>
        <p:nvPicPr>
          <p:cNvPr id="23" name="Picture 22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388A7467-3BE6-169B-5CCF-A288D1B49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924" y="5254153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What and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Why do you want to attend this session?</a:t>
            </a:r>
            <a:br>
              <a:rPr lang="en-US" sz="2800" dirty="0"/>
            </a:br>
            <a:br>
              <a:rPr lang="en-US" sz="2800" dirty="0"/>
            </a:br>
            <a:r>
              <a:rPr lang="en-US" sz="1600" dirty="0"/>
              <a:t>Leverage Azure Virtual Desktop (AVD) on Azure Local with confidence despite its quirks. Dive into hybrid AVD architecture, from image builds and VMSS intricacies to </a:t>
            </a:r>
            <a:r>
              <a:rPr lang="en-US" sz="1600" dirty="0" err="1"/>
              <a:t>FSLogix</a:t>
            </a:r>
            <a:r>
              <a:rPr lang="en-US" sz="1600" dirty="0"/>
              <a:t> tuning and GPU placement considerations. Address identity flows, networking constraints, and hybrid lifecycle management. Gain insights into effective monitoring patterns, cost-efficient logging, and strategies to resolve common 'haunted host pool' failures for a smooth on-prem experience.</a:t>
            </a:r>
            <a:endParaRPr lang="en-US" dirty="0"/>
          </a:p>
          <a:p>
            <a:pPr marL="0" indent="0">
              <a:buNone/>
            </a:pPr>
            <a:r>
              <a:rPr lang="en-US" sz="2800" b="1" dirty="0"/>
              <a:t>What will you take away fro</a:t>
            </a:r>
            <a:r>
              <a:rPr lang="en-US" b="1" dirty="0"/>
              <a:t>m this session?</a:t>
            </a:r>
            <a:br>
              <a:rPr lang="en-US" dirty="0"/>
            </a:br>
            <a:endParaRPr lang="en-US" dirty="0"/>
          </a:p>
          <a:p>
            <a:r>
              <a:rPr lang="en-US" sz="1700" dirty="0"/>
              <a:t>Utilize proven architectural patterns for effective AVD implementation on Azure Local.</a:t>
            </a:r>
          </a:p>
          <a:p>
            <a:r>
              <a:rPr lang="en-US" sz="1700" dirty="0"/>
              <a:t>Understand image creation, VMSS deployment, </a:t>
            </a:r>
            <a:r>
              <a:rPr lang="en-US" sz="1700" dirty="0" err="1"/>
              <a:t>FSLogix</a:t>
            </a:r>
            <a:r>
              <a:rPr lang="en-US" sz="1700" dirty="0"/>
              <a:t> tuning, and GPU placement essentials.</a:t>
            </a:r>
          </a:p>
          <a:p>
            <a:r>
              <a:rPr lang="en-US" sz="1700" dirty="0"/>
              <a:t>Navigate identity and networking flows specific to hybrid AVD setups.</a:t>
            </a:r>
          </a:p>
          <a:p>
            <a:r>
              <a:rPr lang="en-US" sz="1700" dirty="0"/>
              <a:t>Implement monitoring techniques and cost control methods to avoid hybrid AVD pitfalls.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C2E3B5-63C1-A044-AD8B-23B4159CE6FC}"/>
              </a:ext>
            </a:extLst>
          </p:cNvPr>
          <p:cNvCxnSpPr/>
          <p:nvPr/>
        </p:nvCxnSpPr>
        <p:spPr>
          <a:xfrm>
            <a:off x="1095375" y="4019550"/>
            <a:ext cx="755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F0352B-849E-E37D-F789-60C8AB0B46A9}"/>
              </a:ext>
            </a:extLst>
          </p:cNvPr>
          <p:cNvCxnSpPr/>
          <p:nvPr/>
        </p:nvCxnSpPr>
        <p:spPr>
          <a:xfrm>
            <a:off x="1009650" y="1943100"/>
            <a:ext cx="755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331C15306ADB419B8CEDCC17157646" ma:contentTypeVersion="3" ma:contentTypeDescription="Create a new document." ma:contentTypeScope="" ma:versionID="d0e08446faca54e01fe174b8d192df53">
  <xsd:schema xmlns:xsd="http://www.w3.org/2001/XMLSchema" xmlns:xs="http://www.w3.org/2001/XMLSchema" xmlns:p="http://schemas.microsoft.com/office/2006/metadata/properties" xmlns:ns2="0f882e8e-bc1f-4ab7-a0f6-3058a8ec4811" targetNamespace="http://schemas.microsoft.com/office/2006/metadata/properties" ma:root="true" ma:fieldsID="8b312f76cd805c747d61e459fde0768a" ns2:_="">
    <xsd:import namespace="0f882e8e-bc1f-4ab7-a0f6-3058a8ec48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882e8e-bc1f-4ab7-a0f6-3058a8ec48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6831A2-EF37-4997-B988-EC0164F4D3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882e8e-bc1f-4ab7-a0f6-3058a8ec48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2026 at MOA-Office</Template>
  <TotalTime>69</TotalTime>
  <Words>180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AVD Anywhere</vt:lpstr>
      <vt:lpstr>PowerPoint Presentation</vt:lpstr>
      <vt:lpstr>The What and Why?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Kristopher Turner</dc:creator>
  <cp:lastModifiedBy>Kristopher Turner</cp:lastModifiedBy>
  <cp:revision>1</cp:revision>
  <dcterms:created xsi:type="dcterms:W3CDTF">2026-02-26T15:55:26Z</dcterms:created>
  <dcterms:modified xsi:type="dcterms:W3CDTF">2026-02-26T18:35:03Z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0x0101008F331C15306ADB419B8CEDCC17157646</vt:lpwstr>
  </property>
  <property fmtid="{D5CDD505-2E9C-101B-9397-08002B2CF9AE}" pid="3" name="MediaServiceImageTags">
    <vt:lpwstr/>
  </property>
</Properties>
</file>