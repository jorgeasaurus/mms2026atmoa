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handoutMasterIdLst>
    <p:handoutMasterId r:id="rId34"/>
  </p:handoutMasterIdLst>
  <p:sldIdLst>
    <p:sldId id="256" r:id="rId6"/>
    <p:sldId id="278" r:id="rId7"/>
    <p:sldId id="258" r:id="rId8"/>
    <p:sldId id="267" r:id="rId9"/>
    <p:sldId id="269" r:id="rId10"/>
    <p:sldId id="293" r:id="rId11"/>
    <p:sldId id="280" r:id="rId12"/>
    <p:sldId id="283" r:id="rId13"/>
    <p:sldId id="284" r:id="rId14"/>
    <p:sldId id="285" r:id="rId15"/>
    <p:sldId id="286" r:id="rId16"/>
    <p:sldId id="287" r:id="rId17"/>
    <p:sldId id="259" r:id="rId18"/>
    <p:sldId id="288" r:id="rId19"/>
    <p:sldId id="289" r:id="rId20"/>
    <p:sldId id="270" r:id="rId21"/>
    <p:sldId id="271" r:id="rId22"/>
    <p:sldId id="277" r:id="rId23"/>
    <p:sldId id="273" r:id="rId24"/>
    <p:sldId id="274" r:id="rId25"/>
    <p:sldId id="279" r:id="rId26"/>
    <p:sldId id="292" r:id="rId27"/>
    <p:sldId id="275" r:id="rId28"/>
    <p:sldId id="272" r:id="rId29"/>
    <p:sldId id="276" r:id="rId30"/>
    <p:sldId id="266" r:id="rId31"/>
    <p:sldId id="263" r:id="rId32"/>
    <p:sldId id="26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7C90A1-52DE-4C0C-9748-AA4C35CE60DF}">
          <p14:sldIdLst>
            <p14:sldId id="256"/>
            <p14:sldId id="278"/>
          </p14:sldIdLst>
        </p14:section>
        <p14:section name="Presentation" id="{88398753-748C-4CE7-B81D-D95829EA2652}">
          <p14:sldIdLst>
            <p14:sldId id="258"/>
            <p14:sldId id="267"/>
            <p14:sldId id="269"/>
            <p14:sldId id="293"/>
            <p14:sldId id="280"/>
            <p14:sldId id="283"/>
            <p14:sldId id="284"/>
            <p14:sldId id="285"/>
            <p14:sldId id="286"/>
            <p14:sldId id="287"/>
            <p14:sldId id="259"/>
            <p14:sldId id="288"/>
            <p14:sldId id="289"/>
            <p14:sldId id="270"/>
            <p14:sldId id="271"/>
            <p14:sldId id="277"/>
            <p14:sldId id="273"/>
            <p14:sldId id="274"/>
            <p14:sldId id="279"/>
            <p14:sldId id="292"/>
            <p14:sldId id="275"/>
            <p14:sldId id="272"/>
            <p14:sldId id="276"/>
          </p14:sldIdLst>
        </p14:section>
        <p14:section name="Closing" id="{35F0DD0F-C871-4339-9D6B-25AB6010E816}">
          <p14:sldIdLst>
            <p14:sldId id="266"/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5D0847-BE36-45B1-998F-E03F715D691C}" v="8" dt="2026-05-06T20:19:18.394"/>
  </p1510:revLst>
</p1510:revInfo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92" autoAdjust="0"/>
  </p:normalViewPr>
  <p:slideViewPr>
    <p:cSldViewPr snapToGrid="0">
      <p:cViewPr varScale="1">
        <p:scale>
          <a:sx n="63" d="100"/>
          <a:sy n="63" d="100"/>
        </p:scale>
        <p:origin x="180" y="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148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microsoft.com/office/2016/11/relationships/changesInfo" Target="changesInfos/changesInfo1.xml"/><Relationship Id="rId21" Type="http://schemas.openxmlformats.org/officeDocument/2006/relationships/slide" Target="slides/slide16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Hicks" userId="1661e17dce1ad135" providerId="LiveId" clId="{B608F14C-0F31-49E8-B65F-7014DFBA3B94}"/>
    <pc:docChg chg="undo custSel addSld delSld modSld sldOrd modSection">
      <pc:chgData name="Richard Hicks" userId="1661e17dce1ad135" providerId="LiveId" clId="{B608F14C-0F31-49E8-B65F-7014DFBA3B94}" dt="2026-05-02T21:15:01.270" v="1875" actId="20577"/>
      <pc:docMkLst>
        <pc:docMk/>
      </pc:docMkLst>
      <pc:sldChg chg="modSp mod">
        <pc:chgData name="Richard Hicks" userId="1661e17dce1ad135" providerId="LiveId" clId="{B608F14C-0F31-49E8-B65F-7014DFBA3B94}" dt="2026-04-20T20:12:48.590" v="155" actId="20577"/>
        <pc:sldMkLst>
          <pc:docMk/>
          <pc:sldMk cId="2279942714" sldId="258"/>
        </pc:sldMkLst>
        <pc:spChg chg="mod">
          <ac:chgData name="Richard Hicks" userId="1661e17dce1ad135" providerId="LiveId" clId="{B608F14C-0F31-49E8-B65F-7014DFBA3B94}" dt="2026-04-20T20:12:39.136" v="124" actId="20577"/>
          <ac:spMkLst>
            <pc:docMk/>
            <pc:sldMk cId="2279942714" sldId="258"/>
            <ac:spMk id="4" creationId="{2FD73D28-962F-8E43-5907-544A140D2750}"/>
          </ac:spMkLst>
        </pc:spChg>
        <pc:spChg chg="mod">
          <ac:chgData name="Richard Hicks" userId="1661e17dce1ad135" providerId="LiveId" clId="{B608F14C-0F31-49E8-B65F-7014DFBA3B94}" dt="2026-04-20T20:12:48.590" v="155" actId="20577"/>
          <ac:spMkLst>
            <pc:docMk/>
            <pc:sldMk cId="2279942714" sldId="258"/>
            <ac:spMk id="5" creationId="{3B30A130-0D00-7790-26E9-044787E6435F}"/>
          </ac:spMkLst>
        </pc:spChg>
      </pc:sldChg>
      <pc:sldChg chg="modSp mod">
        <pc:chgData name="Richard Hicks" userId="1661e17dce1ad135" providerId="LiveId" clId="{B608F14C-0F31-49E8-B65F-7014DFBA3B94}" dt="2026-04-20T20:17:59.721" v="447" actId="20577"/>
        <pc:sldMkLst>
          <pc:docMk/>
          <pc:sldMk cId="1433715956" sldId="267"/>
        </pc:sldMkLst>
        <pc:spChg chg="mod">
          <ac:chgData name="Richard Hicks" userId="1661e17dce1ad135" providerId="LiveId" clId="{B608F14C-0F31-49E8-B65F-7014DFBA3B94}" dt="2026-04-20T20:13:43.509" v="178" actId="20577"/>
          <ac:spMkLst>
            <pc:docMk/>
            <pc:sldMk cId="1433715956" sldId="267"/>
            <ac:spMk id="2" creationId="{82BAA5B3-89D5-147C-A57E-6754B8093C4B}"/>
          </ac:spMkLst>
        </pc:spChg>
        <pc:spChg chg="mod">
          <ac:chgData name="Richard Hicks" userId="1661e17dce1ad135" providerId="LiveId" clId="{B608F14C-0F31-49E8-B65F-7014DFBA3B94}" dt="2026-04-20T20:17:59.721" v="447" actId="20577"/>
          <ac:spMkLst>
            <pc:docMk/>
            <pc:sldMk cId="1433715956" sldId="267"/>
            <ac:spMk id="3" creationId="{C595F291-B9CB-60BF-7307-F3FFC90C9734}"/>
          </ac:spMkLst>
        </pc:spChg>
      </pc:sldChg>
      <pc:sldChg chg="modSp add mod">
        <pc:chgData name="Richard Hicks" userId="1661e17dce1ad135" providerId="LiveId" clId="{B608F14C-0F31-49E8-B65F-7014DFBA3B94}" dt="2026-04-20T20:18:54.921" v="603" actId="20577"/>
        <pc:sldMkLst>
          <pc:docMk/>
          <pc:sldMk cId="1877863584" sldId="269"/>
        </pc:sldMkLst>
        <pc:spChg chg="mod">
          <ac:chgData name="Richard Hicks" userId="1661e17dce1ad135" providerId="LiveId" clId="{B608F14C-0F31-49E8-B65F-7014DFBA3B94}" dt="2026-04-20T20:18:20.560" v="472" actId="20577"/>
          <ac:spMkLst>
            <pc:docMk/>
            <pc:sldMk cId="1877863584" sldId="269"/>
            <ac:spMk id="2" creationId="{82BAA5B3-89D5-147C-A57E-6754B8093C4B}"/>
          </ac:spMkLst>
        </pc:spChg>
        <pc:spChg chg="mod">
          <ac:chgData name="Richard Hicks" userId="1661e17dce1ad135" providerId="LiveId" clId="{B608F14C-0F31-49E8-B65F-7014DFBA3B94}" dt="2026-04-20T20:18:54.921" v="603" actId="20577"/>
          <ac:spMkLst>
            <pc:docMk/>
            <pc:sldMk cId="1877863584" sldId="269"/>
            <ac:spMk id="3" creationId="{C595F291-B9CB-60BF-7307-F3FFC90C9734}"/>
          </ac:spMkLst>
        </pc:spChg>
      </pc:sldChg>
      <pc:sldChg chg="modSp add mod">
        <pc:chgData name="Richard Hicks" userId="1661e17dce1ad135" providerId="LiveId" clId="{B608F14C-0F31-49E8-B65F-7014DFBA3B94}" dt="2026-04-21T23:28:57.432" v="645" actId="20577"/>
        <pc:sldMkLst>
          <pc:docMk/>
          <pc:sldMk cId="2923584513" sldId="270"/>
        </pc:sldMkLst>
        <pc:spChg chg="mod">
          <ac:chgData name="Richard Hicks" userId="1661e17dce1ad135" providerId="LiveId" clId="{B608F14C-0F31-49E8-B65F-7014DFBA3B94}" dt="2026-04-21T23:28:42.215" v="618" actId="20577"/>
          <ac:spMkLst>
            <pc:docMk/>
            <pc:sldMk cId="2923584513" sldId="270"/>
            <ac:spMk id="4" creationId="{2FD73D28-962F-8E43-5907-544A140D2750}"/>
          </ac:spMkLst>
        </pc:spChg>
        <pc:spChg chg="mod">
          <ac:chgData name="Richard Hicks" userId="1661e17dce1ad135" providerId="LiveId" clId="{B608F14C-0F31-49E8-B65F-7014DFBA3B94}" dt="2026-04-21T23:28:57.432" v="645" actId="20577"/>
          <ac:spMkLst>
            <pc:docMk/>
            <pc:sldMk cId="2923584513" sldId="270"/>
            <ac:spMk id="5" creationId="{3B30A130-0D00-7790-26E9-044787E6435F}"/>
          </ac:spMkLst>
        </pc:spChg>
      </pc:sldChg>
      <pc:sldChg chg="modSp add mod">
        <pc:chgData name="Richard Hicks" userId="1661e17dce1ad135" providerId="LiveId" clId="{B608F14C-0F31-49E8-B65F-7014DFBA3B94}" dt="2026-05-02T21:13:56.295" v="1811" actId="20577"/>
        <pc:sldMkLst>
          <pc:docMk/>
          <pc:sldMk cId="2125846090" sldId="271"/>
        </pc:sldMkLst>
        <pc:spChg chg="mod">
          <ac:chgData name="Richard Hicks" userId="1661e17dce1ad135" providerId="LiveId" clId="{B608F14C-0F31-49E8-B65F-7014DFBA3B94}" dt="2026-05-02T21:13:22.520" v="1790" actId="20577"/>
          <ac:spMkLst>
            <pc:docMk/>
            <pc:sldMk cId="2125846090" sldId="271"/>
            <ac:spMk id="2" creationId="{82BAA5B3-89D5-147C-A57E-6754B8093C4B}"/>
          </ac:spMkLst>
        </pc:spChg>
        <pc:spChg chg="mod">
          <ac:chgData name="Richard Hicks" userId="1661e17dce1ad135" providerId="LiveId" clId="{B608F14C-0F31-49E8-B65F-7014DFBA3B94}" dt="2026-05-02T21:13:56.295" v="1811" actId="20577"/>
          <ac:spMkLst>
            <pc:docMk/>
            <pc:sldMk cId="2125846090" sldId="271"/>
            <ac:spMk id="3" creationId="{C595F291-B9CB-60BF-7307-F3FFC90C9734}"/>
          </ac:spMkLst>
        </pc:spChg>
      </pc:sldChg>
      <pc:sldChg chg="modSp add mod ord">
        <pc:chgData name="Richard Hicks" userId="1661e17dce1ad135" providerId="LiveId" clId="{B608F14C-0F31-49E8-B65F-7014DFBA3B94}" dt="2026-04-27T16:35:05.959" v="1489"/>
        <pc:sldMkLst>
          <pc:docMk/>
          <pc:sldMk cId="2511011366" sldId="272"/>
        </pc:sldMkLst>
        <pc:spChg chg="mod">
          <ac:chgData name="Richard Hicks" userId="1661e17dce1ad135" providerId="LiveId" clId="{B608F14C-0F31-49E8-B65F-7014DFBA3B94}" dt="2026-04-21T23:38:39.427" v="1117" actId="20577"/>
          <ac:spMkLst>
            <pc:docMk/>
            <pc:sldMk cId="2511011366" sldId="272"/>
            <ac:spMk id="4" creationId="{526BC2B6-AE2C-3E1D-788D-592ABCDC14E7}"/>
          </ac:spMkLst>
        </pc:spChg>
        <pc:spChg chg="mod">
          <ac:chgData name="Richard Hicks" userId="1661e17dce1ad135" providerId="LiveId" clId="{B608F14C-0F31-49E8-B65F-7014DFBA3B94}" dt="2026-04-21T23:38:54.964" v="1140" actId="20577"/>
          <ac:spMkLst>
            <pc:docMk/>
            <pc:sldMk cId="2511011366" sldId="272"/>
            <ac:spMk id="5" creationId="{CE5050AF-7D60-7B16-0E17-6467A67E504A}"/>
          </ac:spMkLst>
        </pc:spChg>
      </pc:sldChg>
      <pc:sldChg chg="modSp add mod">
        <pc:chgData name="Richard Hicks" userId="1661e17dce1ad135" providerId="LiveId" clId="{B608F14C-0F31-49E8-B65F-7014DFBA3B94}" dt="2026-04-27T16:05:16.827" v="1216" actId="20577"/>
        <pc:sldMkLst>
          <pc:docMk/>
          <pc:sldMk cId="1337972999" sldId="273"/>
        </pc:sldMkLst>
        <pc:spChg chg="mod">
          <ac:chgData name="Richard Hicks" userId="1661e17dce1ad135" providerId="LiveId" clId="{B608F14C-0F31-49E8-B65F-7014DFBA3B94}" dt="2026-04-27T16:05:10.880" v="1186" actId="20577"/>
          <ac:spMkLst>
            <pc:docMk/>
            <pc:sldMk cId="1337972999" sldId="273"/>
            <ac:spMk id="4" creationId="{2FD73D28-962F-8E43-5907-544A140D2750}"/>
          </ac:spMkLst>
        </pc:spChg>
        <pc:spChg chg="mod">
          <ac:chgData name="Richard Hicks" userId="1661e17dce1ad135" providerId="LiveId" clId="{B608F14C-0F31-49E8-B65F-7014DFBA3B94}" dt="2026-04-27T16:05:16.827" v="1216" actId="20577"/>
          <ac:spMkLst>
            <pc:docMk/>
            <pc:sldMk cId="1337972999" sldId="273"/>
            <ac:spMk id="5" creationId="{3B30A130-0D00-7790-26E9-044787E6435F}"/>
          </ac:spMkLst>
        </pc:spChg>
      </pc:sldChg>
      <pc:sldChg chg="modSp add mod ord">
        <pc:chgData name="Richard Hicks" userId="1661e17dce1ad135" providerId="LiveId" clId="{B608F14C-0F31-49E8-B65F-7014DFBA3B94}" dt="2026-04-27T16:35:59.268" v="1495"/>
        <pc:sldMkLst>
          <pc:docMk/>
          <pc:sldMk cId="499809719" sldId="274"/>
        </pc:sldMkLst>
        <pc:spChg chg="mod">
          <ac:chgData name="Richard Hicks" userId="1661e17dce1ad135" providerId="LiveId" clId="{B608F14C-0F31-49E8-B65F-7014DFBA3B94}" dt="2026-04-27T16:05:43.534" v="1239" actId="20577"/>
          <ac:spMkLst>
            <pc:docMk/>
            <pc:sldMk cId="499809719" sldId="274"/>
            <ac:spMk id="2" creationId="{82BAA5B3-89D5-147C-A57E-6754B8093C4B}"/>
          </ac:spMkLst>
        </pc:spChg>
        <pc:spChg chg="mod">
          <ac:chgData name="Richard Hicks" userId="1661e17dce1ad135" providerId="LiveId" clId="{B608F14C-0F31-49E8-B65F-7014DFBA3B94}" dt="2026-04-27T16:22:07.347" v="1487" actId="20577"/>
          <ac:spMkLst>
            <pc:docMk/>
            <pc:sldMk cId="499809719" sldId="274"/>
            <ac:spMk id="3" creationId="{C595F291-B9CB-60BF-7307-F3FFC90C9734}"/>
          </ac:spMkLst>
        </pc:spChg>
      </pc:sldChg>
      <pc:sldChg chg="modSp add mod ord">
        <pc:chgData name="Richard Hicks" userId="1661e17dce1ad135" providerId="LiveId" clId="{B608F14C-0F31-49E8-B65F-7014DFBA3B94}" dt="2026-04-27T16:48:22.285" v="1549" actId="20578"/>
        <pc:sldMkLst>
          <pc:docMk/>
          <pc:sldMk cId="615170397" sldId="275"/>
        </pc:sldMkLst>
        <pc:spChg chg="mod">
          <ac:chgData name="Richard Hicks" userId="1661e17dce1ad135" providerId="LiveId" clId="{B608F14C-0F31-49E8-B65F-7014DFBA3B94}" dt="2026-04-27T16:09:50.159" v="1397" actId="20577"/>
          <ac:spMkLst>
            <pc:docMk/>
            <pc:sldMk cId="615170397" sldId="275"/>
            <ac:spMk id="4" creationId="{526BC2B6-AE2C-3E1D-788D-592ABCDC14E7}"/>
          </ac:spMkLst>
        </pc:spChg>
        <pc:spChg chg="mod">
          <ac:chgData name="Richard Hicks" userId="1661e17dce1ad135" providerId="LiveId" clId="{B608F14C-0F31-49E8-B65F-7014DFBA3B94}" dt="2026-04-27T16:10:01.462" v="1422" actId="20577"/>
          <ac:spMkLst>
            <pc:docMk/>
            <pc:sldMk cId="615170397" sldId="275"/>
            <ac:spMk id="5" creationId="{CE5050AF-7D60-7B16-0E17-6467A67E504A}"/>
          </ac:spMkLst>
        </pc:spChg>
      </pc:sldChg>
      <pc:sldChg chg="modSp add mod">
        <pc:chgData name="Richard Hicks" userId="1661e17dce1ad135" providerId="LiveId" clId="{B608F14C-0F31-49E8-B65F-7014DFBA3B94}" dt="2026-04-27T16:42:41.016" v="1546" actId="20577"/>
        <pc:sldMkLst>
          <pc:docMk/>
          <pc:sldMk cId="91581121" sldId="276"/>
        </pc:sldMkLst>
        <pc:spChg chg="mod">
          <ac:chgData name="Richard Hicks" userId="1661e17dce1ad135" providerId="LiveId" clId="{B608F14C-0F31-49E8-B65F-7014DFBA3B94}" dt="2026-04-27T16:40:59.317" v="1517" actId="20577"/>
          <ac:spMkLst>
            <pc:docMk/>
            <pc:sldMk cId="91581121" sldId="276"/>
            <ac:spMk id="4" creationId="{526BC2B6-AE2C-3E1D-788D-592ABCDC14E7}"/>
          </ac:spMkLst>
        </pc:spChg>
        <pc:spChg chg="mod">
          <ac:chgData name="Richard Hicks" userId="1661e17dce1ad135" providerId="LiveId" clId="{B608F14C-0F31-49E8-B65F-7014DFBA3B94}" dt="2026-04-27T16:42:41.016" v="1546" actId="20577"/>
          <ac:spMkLst>
            <pc:docMk/>
            <pc:sldMk cId="91581121" sldId="276"/>
            <ac:spMk id="5" creationId="{CE5050AF-7D60-7B16-0E17-6467A67E504A}"/>
          </ac:spMkLst>
        </pc:spChg>
      </pc:sldChg>
      <pc:sldChg chg="modSp add mod">
        <pc:chgData name="Richard Hicks" userId="1661e17dce1ad135" providerId="LiveId" clId="{B608F14C-0F31-49E8-B65F-7014DFBA3B94}" dt="2026-05-02T21:15:01.270" v="1875" actId="20577"/>
        <pc:sldMkLst>
          <pc:docMk/>
          <pc:sldMk cId="2554668818" sldId="277"/>
        </pc:sldMkLst>
        <pc:spChg chg="mod">
          <ac:chgData name="Richard Hicks" userId="1661e17dce1ad135" providerId="LiveId" clId="{B608F14C-0F31-49E8-B65F-7014DFBA3B94}" dt="2026-05-02T21:13:48.388" v="1809" actId="20577"/>
          <ac:spMkLst>
            <pc:docMk/>
            <pc:sldMk cId="2554668818" sldId="277"/>
            <ac:spMk id="2" creationId="{82BAA5B3-89D5-147C-A57E-6754B8093C4B}"/>
          </ac:spMkLst>
        </pc:spChg>
        <pc:spChg chg="mod">
          <ac:chgData name="Richard Hicks" userId="1661e17dce1ad135" providerId="LiveId" clId="{B608F14C-0F31-49E8-B65F-7014DFBA3B94}" dt="2026-05-02T21:15:01.270" v="1875" actId="20577"/>
          <ac:spMkLst>
            <pc:docMk/>
            <pc:sldMk cId="2554668818" sldId="277"/>
            <ac:spMk id="3" creationId="{C595F291-B9CB-60BF-7307-F3FFC90C9734}"/>
          </ac:spMkLst>
        </pc:spChg>
      </pc:sldChg>
    </pc:docChg>
  </pc:docChgLst>
  <pc:docChgLst>
    <pc:chgData name="Richard Hicks" userId="1661e17dce1ad135" providerId="LiveId" clId="{4D96F0B7-ED60-4FE4-A028-3F93E982E1D1}"/>
    <pc:docChg chg="undo custSel addSld delSld modSld sldOrd modMainMaster modSection">
      <pc:chgData name="Richard Hicks" userId="1661e17dce1ad135" providerId="LiveId" clId="{4D96F0B7-ED60-4FE4-A028-3F93E982E1D1}" dt="2026-05-06T20:19:18.394" v="292"/>
      <pc:docMkLst>
        <pc:docMk/>
      </pc:docMkLst>
      <pc:sldChg chg="modSp mod">
        <pc:chgData name="Richard Hicks" userId="1661e17dce1ad135" providerId="LiveId" clId="{4D96F0B7-ED60-4FE4-A028-3F93E982E1D1}" dt="2026-05-06T00:49:04.652" v="291" actId="20577"/>
        <pc:sldMkLst>
          <pc:docMk/>
          <pc:sldMk cId="2279942714" sldId="258"/>
        </pc:sldMkLst>
        <pc:spChg chg="mod">
          <ac:chgData name="Richard Hicks" userId="1661e17dce1ad135" providerId="LiveId" clId="{4D96F0B7-ED60-4FE4-A028-3F93E982E1D1}" dt="2026-05-06T00:49:04.652" v="291" actId="20577"/>
          <ac:spMkLst>
            <pc:docMk/>
            <pc:sldMk cId="2279942714" sldId="258"/>
            <ac:spMk id="5" creationId="{3B30A130-0D00-7790-26E9-044787E6435F}"/>
          </ac:spMkLst>
        </pc:spChg>
      </pc:sldChg>
      <pc:sldChg chg="modSp add del mod">
        <pc:chgData name="Richard Hicks" userId="1661e17dce1ad135" providerId="LiveId" clId="{4D96F0B7-ED60-4FE4-A028-3F93E982E1D1}" dt="2026-05-06T00:18:46.933" v="270" actId="20577"/>
        <pc:sldMkLst>
          <pc:docMk/>
          <pc:sldMk cId="2998567692" sldId="259"/>
        </pc:sldMkLst>
        <pc:spChg chg="mod">
          <ac:chgData name="Richard Hicks" userId="1661e17dce1ad135" providerId="LiveId" clId="{4D96F0B7-ED60-4FE4-A028-3F93E982E1D1}" dt="2026-05-06T00:18:46.933" v="270" actId="20577"/>
          <ac:spMkLst>
            <pc:docMk/>
            <pc:sldMk cId="2998567692" sldId="259"/>
            <ac:spMk id="5" creationId="{CE5050AF-7D60-7B16-0E17-6467A67E504A}"/>
          </ac:spMkLst>
        </pc:spChg>
      </pc:sldChg>
      <pc:sldChg chg="modAnim">
        <pc:chgData name="Richard Hicks" userId="1661e17dce1ad135" providerId="LiveId" clId="{4D96F0B7-ED60-4FE4-A028-3F93E982E1D1}" dt="2026-05-06T20:19:18.394" v="292"/>
        <pc:sldMkLst>
          <pc:docMk/>
          <pc:sldMk cId="1433715956" sldId="267"/>
        </pc:sldMkLst>
      </pc:sldChg>
      <pc:sldChg chg="addSp delSp modSp del mod">
        <pc:chgData name="Richard Hicks" userId="1661e17dce1ad135" providerId="LiveId" clId="{4D96F0B7-ED60-4FE4-A028-3F93E982E1D1}" dt="2026-05-05T17:12:03.317" v="19" actId="47"/>
        <pc:sldMkLst>
          <pc:docMk/>
          <pc:sldMk cId="231876271" sldId="268"/>
        </pc:sldMkLst>
        <pc:spChg chg="mod">
          <ac:chgData name="Richard Hicks" userId="1661e17dce1ad135" providerId="LiveId" clId="{4D96F0B7-ED60-4FE4-A028-3F93E982E1D1}" dt="2026-05-05T17:11:43.834" v="17" actId="20577"/>
          <ac:spMkLst>
            <pc:docMk/>
            <pc:sldMk cId="231876271" sldId="268"/>
            <ac:spMk id="5" creationId="{BE1E5CAD-23FE-A4D7-B096-3334A7D79C8B}"/>
          </ac:spMkLst>
        </pc:spChg>
        <pc:spChg chg="add mod">
          <ac:chgData name="Richard Hicks" userId="1661e17dce1ad135" providerId="LiveId" clId="{4D96F0B7-ED60-4FE4-A028-3F93E982E1D1}" dt="2026-05-05T17:11:37.952" v="0" actId="478"/>
          <ac:spMkLst>
            <pc:docMk/>
            <pc:sldMk cId="231876271" sldId="268"/>
            <ac:spMk id="14" creationId="{43AC6247-8C9D-95C5-679F-39CB5A173A81}"/>
          </ac:spMkLst>
        </pc:spChg>
        <pc:picChg chg="del">
          <ac:chgData name="Richard Hicks" userId="1661e17dce1ad135" providerId="LiveId" clId="{4D96F0B7-ED60-4FE4-A028-3F93E982E1D1}" dt="2026-05-05T17:11:37.952" v="0" actId="478"/>
          <ac:picMkLst>
            <pc:docMk/>
            <pc:sldMk cId="231876271" sldId="268"/>
            <ac:picMk id="11" creationId="{E25A340F-1F9B-DA96-FDB6-3299A6F777AE}"/>
          </ac:picMkLst>
        </pc:picChg>
      </pc:sldChg>
      <pc:sldChg chg="modAnim">
        <pc:chgData name="Richard Hicks" userId="1661e17dce1ad135" providerId="LiveId" clId="{4D96F0B7-ED60-4FE4-A028-3F93E982E1D1}" dt="2026-05-06T20:19:18.394" v="292"/>
        <pc:sldMkLst>
          <pc:docMk/>
          <pc:sldMk cId="1877863584" sldId="269"/>
        </pc:sldMkLst>
      </pc:sldChg>
      <pc:sldChg chg="ord">
        <pc:chgData name="Richard Hicks" userId="1661e17dce1ad135" providerId="LiveId" clId="{4D96F0B7-ED60-4FE4-A028-3F93E982E1D1}" dt="2026-05-06T00:18:04.125" v="260"/>
        <pc:sldMkLst>
          <pc:docMk/>
          <pc:sldMk cId="2923584513" sldId="270"/>
        </pc:sldMkLst>
      </pc:sldChg>
      <pc:sldChg chg="modAnim">
        <pc:chgData name="Richard Hicks" userId="1661e17dce1ad135" providerId="LiveId" clId="{4D96F0B7-ED60-4FE4-A028-3F93E982E1D1}" dt="2026-05-06T20:19:18.394" v="292"/>
        <pc:sldMkLst>
          <pc:docMk/>
          <pc:sldMk cId="2125846090" sldId="271"/>
        </pc:sldMkLst>
      </pc:sldChg>
      <pc:sldChg chg="modAnim">
        <pc:chgData name="Richard Hicks" userId="1661e17dce1ad135" providerId="LiveId" clId="{4D96F0B7-ED60-4FE4-A028-3F93E982E1D1}" dt="2026-05-06T20:19:18.394" v="292"/>
        <pc:sldMkLst>
          <pc:docMk/>
          <pc:sldMk cId="499809719" sldId="274"/>
        </pc:sldMkLst>
      </pc:sldChg>
      <pc:sldChg chg="modAnim">
        <pc:chgData name="Richard Hicks" userId="1661e17dce1ad135" providerId="LiveId" clId="{4D96F0B7-ED60-4FE4-A028-3F93E982E1D1}" dt="2026-05-06T20:19:18.394" v="292"/>
        <pc:sldMkLst>
          <pc:docMk/>
          <pc:sldMk cId="2554668818" sldId="277"/>
        </pc:sldMkLst>
      </pc:sldChg>
      <pc:sldChg chg="add ord">
        <pc:chgData name="Richard Hicks" userId="1661e17dce1ad135" providerId="LiveId" clId="{4D96F0B7-ED60-4FE4-A028-3F93E982E1D1}" dt="2026-05-05T17:12:07.207" v="21"/>
        <pc:sldMkLst>
          <pc:docMk/>
          <pc:sldMk cId="2786439966" sldId="278"/>
        </pc:sldMkLst>
      </pc:sldChg>
      <pc:sldChg chg="modSp add mod modAnim">
        <pc:chgData name="Richard Hicks" userId="1661e17dce1ad135" providerId="LiveId" clId="{4D96F0B7-ED60-4FE4-A028-3F93E982E1D1}" dt="2026-05-06T20:19:18.394" v="292"/>
        <pc:sldMkLst>
          <pc:docMk/>
          <pc:sldMk cId="3077494270" sldId="279"/>
        </pc:sldMkLst>
        <pc:spChg chg="mod">
          <ac:chgData name="Richard Hicks" userId="1661e17dce1ad135" providerId="LiveId" clId="{4D96F0B7-ED60-4FE4-A028-3F93E982E1D1}" dt="2026-05-05T17:20:21.650" v="51" actId="20577"/>
          <ac:spMkLst>
            <pc:docMk/>
            <pc:sldMk cId="3077494270" sldId="279"/>
            <ac:spMk id="2" creationId="{82BAA5B3-89D5-147C-A57E-6754B8093C4B}"/>
          </ac:spMkLst>
        </pc:spChg>
        <pc:spChg chg="mod">
          <ac:chgData name="Richard Hicks" userId="1661e17dce1ad135" providerId="LiveId" clId="{4D96F0B7-ED60-4FE4-A028-3F93E982E1D1}" dt="2026-05-05T17:21:29.820" v="255" actId="20577"/>
          <ac:spMkLst>
            <pc:docMk/>
            <pc:sldMk cId="3077494270" sldId="279"/>
            <ac:spMk id="3" creationId="{C595F291-B9CB-60BF-7307-F3FFC90C9734}"/>
          </ac:spMkLst>
        </pc:spChg>
      </pc:sldChg>
      <pc:sldChg chg="add modAnim">
        <pc:chgData name="Richard Hicks" userId="1661e17dce1ad135" providerId="LiveId" clId="{4D96F0B7-ED60-4FE4-A028-3F93E982E1D1}" dt="2026-05-06T20:19:18.394" v="292"/>
        <pc:sldMkLst>
          <pc:docMk/>
          <pc:sldMk cId="896298099" sldId="280"/>
        </pc:sldMkLst>
      </pc:sldChg>
      <pc:sldChg chg="add">
        <pc:chgData name="Richard Hicks" userId="1661e17dce1ad135" providerId="LiveId" clId="{4D96F0B7-ED60-4FE4-A028-3F93E982E1D1}" dt="2026-05-06T00:17:40.565" v="258"/>
        <pc:sldMkLst>
          <pc:docMk/>
          <pc:sldMk cId="1201942014" sldId="283"/>
        </pc:sldMkLst>
      </pc:sldChg>
      <pc:sldChg chg="add modAnim">
        <pc:chgData name="Richard Hicks" userId="1661e17dce1ad135" providerId="LiveId" clId="{4D96F0B7-ED60-4FE4-A028-3F93E982E1D1}" dt="2026-05-06T20:19:18.394" v="292"/>
        <pc:sldMkLst>
          <pc:docMk/>
          <pc:sldMk cId="1845362478" sldId="284"/>
        </pc:sldMkLst>
      </pc:sldChg>
      <pc:sldChg chg="add">
        <pc:chgData name="Richard Hicks" userId="1661e17dce1ad135" providerId="LiveId" clId="{4D96F0B7-ED60-4FE4-A028-3F93E982E1D1}" dt="2026-05-06T00:17:40.565" v="258"/>
        <pc:sldMkLst>
          <pc:docMk/>
          <pc:sldMk cId="3475174276" sldId="285"/>
        </pc:sldMkLst>
      </pc:sldChg>
      <pc:sldChg chg="add modAnim">
        <pc:chgData name="Richard Hicks" userId="1661e17dce1ad135" providerId="LiveId" clId="{4D96F0B7-ED60-4FE4-A028-3F93E982E1D1}" dt="2026-05-06T20:19:18.394" v="292"/>
        <pc:sldMkLst>
          <pc:docMk/>
          <pc:sldMk cId="3466161147" sldId="286"/>
        </pc:sldMkLst>
      </pc:sldChg>
      <pc:sldChg chg="add modAnim">
        <pc:chgData name="Richard Hicks" userId="1661e17dce1ad135" providerId="LiveId" clId="{4D96F0B7-ED60-4FE4-A028-3F93E982E1D1}" dt="2026-05-06T20:19:18.394" v="292"/>
        <pc:sldMkLst>
          <pc:docMk/>
          <pc:sldMk cId="53084359" sldId="287"/>
        </pc:sldMkLst>
      </pc:sldChg>
      <pc:sldChg chg="add">
        <pc:chgData name="Richard Hicks" userId="1661e17dce1ad135" providerId="LiveId" clId="{4D96F0B7-ED60-4FE4-A028-3F93E982E1D1}" dt="2026-05-06T00:20:07.324" v="271"/>
        <pc:sldMkLst>
          <pc:docMk/>
          <pc:sldMk cId="581256624" sldId="288"/>
        </pc:sldMkLst>
      </pc:sldChg>
      <pc:sldChg chg="add modAnim">
        <pc:chgData name="Richard Hicks" userId="1661e17dce1ad135" providerId="LiveId" clId="{4D96F0B7-ED60-4FE4-A028-3F93E982E1D1}" dt="2026-05-06T20:19:18.394" v="292"/>
        <pc:sldMkLst>
          <pc:docMk/>
          <pc:sldMk cId="1249846101" sldId="289"/>
        </pc:sldMkLst>
      </pc:sldChg>
      <pc:sldChg chg="add">
        <pc:chgData name="Richard Hicks" userId="1661e17dce1ad135" providerId="LiveId" clId="{4D96F0B7-ED60-4FE4-A028-3F93E982E1D1}" dt="2026-05-06T00:15:25.919" v="256"/>
        <pc:sldMkLst>
          <pc:docMk/>
          <pc:sldMk cId="1258588843" sldId="292"/>
        </pc:sldMkLst>
      </pc:sldChg>
      <pc:sldChg chg="add">
        <pc:chgData name="Richard Hicks" userId="1661e17dce1ad135" providerId="LiveId" clId="{4D96F0B7-ED60-4FE4-A028-3F93E982E1D1}" dt="2026-05-06T00:25:23.518" v="272"/>
        <pc:sldMkLst>
          <pc:docMk/>
          <pc:sldMk cId="308925192" sldId="293"/>
        </pc:sldMkLst>
      </pc:sldChg>
      <pc:sldMasterChg chg="modSldLayout">
        <pc:chgData name="Richard Hicks" userId="1661e17dce1ad135" providerId="LiveId" clId="{4D96F0B7-ED60-4FE4-A028-3F93E982E1D1}" dt="2026-05-06T20:19:18.394" v="292"/>
        <pc:sldMasterMkLst>
          <pc:docMk/>
          <pc:sldMasterMk cId="102125104" sldId="2147483648"/>
        </pc:sldMasterMkLst>
        <pc:sldLayoutChg chg="addAnim delAnim modAnim">
          <pc:chgData name="Richard Hicks" userId="1661e17dce1ad135" providerId="LiveId" clId="{4D96F0B7-ED60-4FE4-A028-3F93E982E1D1}" dt="2026-05-06T20:19:18.394" v="292"/>
          <pc:sldLayoutMkLst>
            <pc:docMk/>
            <pc:sldMasterMk cId="102125104" sldId="2147483648"/>
            <pc:sldLayoutMk cId="4148940777" sldId="214748365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79DD7-BEB9-FB69-F785-68848A409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EC562-ED04-0689-F45A-C2EBCD3AF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BDEA-31B7-4DB6-C40F-9DED321F5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DBB9A-3F38-44C9-81C4-CD9EE35AF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14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916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3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4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9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027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8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6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0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12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78942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659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D6873-2AA5-65D0-992F-5D0CA23B99B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B20B0E-D4F5-70E8-7B88-CD98C80D632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97EBA7-C89E-96EE-4748-7F907F81D9A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0F4E334-22B5-F189-E4F0-E59467F9F9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5F552A-9761-3A6C-8290-61044C88A9C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25" name="Picture 2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59AA4FF-6CFA-B105-B54C-8D9B21CA931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26" name="Picture 2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22BA2D5A-399C-36FF-E065-28AF7C39D808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2CA8F16-E2DC-59EF-D489-4FC3AB2CC38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DA09CD3-5E5E-7480-F81F-B86933B9DC6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1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66305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5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0336" y="1258200"/>
            <a:ext cx="12264228" cy="645279"/>
          </a:xfrm>
          <a:prstGeom prst="rect">
            <a:avLst/>
          </a:prstGeom>
        </p:spPr>
      </p:pic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858ADF9C-553E-D4C9-65AD-8E508EBA9E1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1528"/>
            <a:ext cx="1077946" cy="6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97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515838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73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53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1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26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tx1"/>
                </a:solidFill>
                <a:latin typeface="+mn-lt"/>
              </a:defRPr>
            </a:lvl2pPr>
            <a:lvl3pPr>
              <a:defRPr sz="2400">
                <a:solidFill>
                  <a:schemeClr val="tx1"/>
                </a:solidFill>
                <a:latin typeface="+mn-lt"/>
              </a:defRPr>
            </a:lvl3pPr>
            <a:lvl4pPr>
              <a:defRPr sz="2000">
                <a:solidFill>
                  <a:schemeClr val="tx1"/>
                </a:solidFill>
                <a:latin typeface="+mn-lt"/>
              </a:defRPr>
            </a:lvl4pPr>
            <a:lvl5pPr>
              <a:defRPr sz="2000">
                <a:solidFill>
                  <a:schemeClr val="tx1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260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21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2528161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60477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Logo">
            <a:extLst>
              <a:ext uri="{FF2B5EF4-FFF2-40B4-BE49-F238E27FC236}">
                <a16:creationId xmlns:a16="http://schemas.microsoft.com/office/drawing/2014/main" id="{46EAA7A9-8D45-D916-28B6-4E361AADC7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6CEB9E9-6A9D-3D7F-1D7E-64C798429A2C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5" name="Picture 14" descr="Patch My PC">
            <a:extLst>
              <a:ext uri="{FF2B5EF4-FFF2-40B4-BE49-F238E27FC236}">
                <a16:creationId xmlns:a16="http://schemas.microsoft.com/office/drawing/2014/main" id="{8A4E9904-CB45-3E0E-696F-D3FD79268A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16" name="Picture 15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43C261DF-C273-8B85-7BEA-3CB1DD08C69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8" name="Picture 17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F8C63FAC-ABFA-70CE-8D89-D47ABA5CC26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1" name="Picture 20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9FF2E51-F7AB-D3B9-AABE-FB46DCC3885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A3AC7F1-3D93-C770-1878-626E260089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9F9C7F-8CDE-12F1-8DD9-E08040FCF1B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6F3F9D-B490-FA74-DF0D-405DAA79C43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CDFE6E-1CB9-DA2B-8122-2426251CA44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662A5E5-BEDF-2923-981A-FFD254ABA4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F655CF-14A9-3C76-FB5B-5E772726C55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30" name="Picture 29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E42350D-8F9C-893D-D40A-C58551699B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31" name="Picture 30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9801BAC5-50DF-BA7A-DFD6-870E7DCE4D7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1DEC2DB-BCA7-3FE2-CB57-AB1B821F323F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321056-273F-E68B-19D1-57AF101821FE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2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9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73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0B1B4-6987-442E-8B11-D82B4992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5E00-A27D-612F-8389-A5568AC2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1DDB-CC2B-D54B-7517-E715290C3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7999B-38B3-40EF-826B-655A64799C1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C2E2-4322-B373-CCC7-8621FF671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CAAE-4B09-81E1-1FAE-84D17348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1C39E-9AC5-4998-B89E-D6011DDB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7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62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0" r:id="rId12"/>
    <p:sldLayoutId id="2147483691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B669-2341-DF39-C682-5CB469879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Moving to Zero Trust Network Access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06C1F-6D02-FA11-F860-B05CFAC0C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Entra Private Access for Always On VPN Administrators</a:t>
            </a:r>
          </a:p>
        </p:txBody>
      </p:sp>
    </p:spTree>
    <p:extLst>
      <p:ext uri="{BB962C8B-B14F-4D97-AF65-F5344CB8AC3E}">
        <p14:creationId xmlns:p14="http://schemas.microsoft.com/office/powerpoint/2010/main" val="4018952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B68CD-CB12-32EF-1CFE-54C294C3E9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3999" y="4206239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Richard Hicks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E5CAD-23FE-A4D7-B096-3334A7D79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5999" y="4200723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Gerry Hampson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485DDC-10A4-A946-6EE8-700508002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3999" y="5303520"/>
            <a:ext cx="4572000" cy="914400"/>
          </a:xfrm>
        </p:spPr>
        <p:txBody>
          <a:bodyPr/>
          <a:lstStyle/>
          <a:p>
            <a:r>
              <a:rPr lang="en-US" dirty="0"/>
              <a:t>@richardhicks</a:t>
            </a:r>
          </a:p>
          <a:p>
            <a:r>
              <a:rPr lang="en-US" dirty="0"/>
              <a:t>in/</a:t>
            </a:r>
            <a:r>
              <a:rPr lang="en-US" dirty="0" err="1"/>
              <a:t>RichardHicks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C71F19-CB0D-6056-8B2E-7670D5A913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5999" y="5261408"/>
            <a:ext cx="4572000" cy="914400"/>
          </a:xfrm>
        </p:spPr>
        <p:txBody>
          <a:bodyPr/>
          <a:lstStyle/>
          <a:p>
            <a:r>
              <a:rPr lang="en-US" dirty="0"/>
              <a:t>@GerryHampson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280E57-51A9-979B-C838-5F016A209F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23999" y="4760396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Richard M. Hicks Consulting, Inc.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7177573-C298-FAF8-2140-0326B263D0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9" y="4754880"/>
            <a:ext cx="4572000" cy="457200"/>
          </a:xfrm>
        </p:spPr>
        <p:txBody>
          <a:bodyPr/>
          <a:lstStyle/>
          <a:p>
            <a:r>
              <a:rPr lang="en-US" dirty="0"/>
              <a:t>Senior Consultant – Ergo Group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8996EC-1B12-11D5-4690-384F1FC419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79162" y="5718608"/>
            <a:ext cx="476250" cy="47625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F80AD796-A5D0-185E-0D02-1A4E093DDB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2542" y="5261368"/>
            <a:ext cx="457240" cy="45724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5C5DC3-7C1D-6B17-2EA3-A2E14AEDA2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46890" y="5261368"/>
            <a:ext cx="457240" cy="457240"/>
          </a:xfrm>
          <a:prstGeom prst="rect">
            <a:avLst/>
          </a:prstGeom>
        </p:spPr>
      </p:pic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918C21B4-2DAB-A932-B3F5-43A9E1B2282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3" b="3053"/>
          <a:stretch>
            <a:fillRect/>
          </a:stretch>
        </p:blipFill>
        <p:spPr>
          <a:xfrm>
            <a:off x="2506436" y="1646750"/>
            <a:ext cx="2703513" cy="2538413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47042B2-27F8-AFFD-D477-ED05B1E225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39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Entra Private Access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 Trust Network Access</a:t>
            </a:r>
          </a:p>
        </p:txBody>
      </p:sp>
    </p:spTree>
    <p:extLst>
      <p:ext uri="{BB962C8B-B14F-4D97-AF65-F5344CB8AC3E}">
        <p14:creationId xmlns:p14="http://schemas.microsoft.com/office/powerpoint/2010/main" val="2279942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Entra Private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Microsoft Global Secure Access (GSA)</a:t>
            </a:r>
          </a:p>
          <a:p>
            <a:pPr lvl="1"/>
            <a:r>
              <a:rPr lang="en-US" dirty="0"/>
              <a:t>Secure Access Service Edge (SASE)</a:t>
            </a:r>
          </a:p>
          <a:p>
            <a:pPr lvl="1"/>
            <a:r>
              <a:rPr lang="en-US" dirty="0"/>
              <a:t>Entra Private Access</a:t>
            </a:r>
          </a:p>
          <a:p>
            <a:pPr lvl="1"/>
            <a:r>
              <a:rPr lang="en-US" dirty="0"/>
              <a:t>Entra Internet Access</a:t>
            </a:r>
          </a:p>
          <a:p>
            <a:r>
              <a:rPr lang="en-US" dirty="0"/>
              <a:t>Cloud-Native Architecture</a:t>
            </a:r>
          </a:p>
          <a:p>
            <a:r>
              <a:rPr lang="en-US" dirty="0"/>
              <a:t>Global Network Presence</a:t>
            </a:r>
          </a:p>
          <a:p>
            <a:r>
              <a:rPr lang="en-US" dirty="0"/>
              <a:t>Identity-Centric Security</a:t>
            </a:r>
          </a:p>
          <a:p>
            <a:pPr lvl="1"/>
            <a:r>
              <a:rPr lang="en-US" dirty="0"/>
              <a:t>Entra Conditional Access</a:t>
            </a:r>
          </a:p>
        </p:txBody>
      </p:sp>
    </p:spTree>
    <p:extLst>
      <p:ext uri="{BB962C8B-B14F-4D97-AF65-F5344CB8AC3E}">
        <p14:creationId xmlns:p14="http://schemas.microsoft.com/office/powerpoint/2010/main" val="1433715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Trust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Verify Explicitly</a:t>
            </a:r>
          </a:p>
          <a:p>
            <a:r>
              <a:rPr lang="en-US" dirty="0"/>
              <a:t>Enforce Least Privilege</a:t>
            </a:r>
          </a:p>
          <a:p>
            <a:r>
              <a:rPr lang="en-US" dirty="0"/>
              <a:t>Assume Breach</a:t>
            </a:r>
          </a:p>
          <a:p>
            <a:r>
              <a:rPr lang="en-US" sz="2800" dirty="0"/>
              <a:t>Segmentation</a:t>
            </a:r>
          </a:p>
          <a:p>
            <a:r>
              <a:rPr lang="en-US" dirty="0"/>
              <a:t>Continuous Monitoring and Validation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77863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aren’t many.</a:t>
            </a:r>
          </a:p>
        </p:txBody>
      </p:sp>
    </p:spTree>
    <p:extLst>
      <p:ext uri="{BB962C8B-B14F-4D97-AF65-F5344CB8AC3E}">
        <p14:creationId xmlns:p14="http://schemas.microsoft.com/office/powerpoint/2010/main" val="308925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Global Secure Access Client</a:t>
            </a:r>
          </a:p>
          <a:p>
            <a:r>
              <a:rPr lang="en-US" dirty="0"/>
              <a:t>Entra-joined Endpoint</a:t>
            </a:r>
          </a:p>
          <a:p>
            <a:r>
              <a:rPr lang="en-US" sz="2800" dirty="0"/>
              <a:t>Entra Private Network Connector</a:t>
            </a:r>
          </a:p>
          <a:p>
            <a:pPr lvl="1"/>
            <a:r>
              <a:rPr lang="en-US" dirty="0"/>
              <a:t>On-premises</a:t>
            </a:r>
          </a:p>
          <a:p>
            <a:pPr lvl="1"/>
            <a:r>
              <a:rPr lang="en-US" dirty="0"/>
              <a:t>One or more</a:t>
            </a:r>
          </a:p>
        </p:txBody>
      </p:sp>
    </p:spTree>
    <p:extLst>
      <p:ext uri="{BB962C8B-B14F-4D97-AF65-F5344CB8AC3E}">
        <p14:creationId xmlns:p14="http://schemas.microsoft.com/office/powerpoint/2010/main" val="896298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Network Connector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Azure App Proxy, Anyone?</a:t>
            </a:r>
          </a:p>
        </p:txBody>
      </p:sp>
    </p:spTree>
    <p:extLst>
      <p:ext uri="{BB962C8B-B14F-4D97-AF65-F5344CB8AC3E}">
        <p14:creationId xmlns:p14="http://schemas.microsoft.com/office/powerpoint/2010/main" val="1201942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Network Connector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760009"/>
          </a:xfrm>
        </p:spPr>
        <p:txBody>
          <a:bodyPr/>
          <a:lstStyle/>
          <a:p>
            <a:r>
              <a:rPr lang="en-US" sz="2800" dirty="0"/>
              <a:t>On-Premises Software Agent</a:t>
            </a:r>
          </a:p>
          <a:p>
            <a:pPr lvl="1"/>
            <a:r>
              <a:rPr lang="en-US" dirty="0"/>
              <a:t>Windows Server (domain-joined recommended)</a:t>
            </a:r>
          </a:p>
          <a:p>
            <a:pPr lvl="1"/>
            <a:r>
              <a:rPr lang="en-US" dirty="0"/>
              <a:t>4CPU, 8GB RAM</a:t>
            </a:r>
          </a:p>
          <a:p>
            <a:pPr lvl="1"/>
            <a:r>
              <a:rPr lang="en-US" dirty="0"/>
              <a:t>Access to applications and data</a:t>
            </a:r>
          </a:p>
          <a:p>
            <a:r>
              <a:rPr lang="en-US" dirty="0"/>
              <a:t>Outbound Connectivity Only</a:t>
            </a:r>
          </a:p>
          <a:p>
            <a:pPr lvl="1"/>
            <a:r>
              <a:rPr lang="en-US" dirty="0"/>
              <a:t>TCP 80, 443</a:t>
            </a:r>
          </a:p>
        </p:txBody>
      </p:sp>
    </p:spTree>
    <p:extLst>
      <p:ext uri="{BB962C8B-B14F-4D97-AF65-F5344CB8AC3E}">
        <p14:creationId xmlns:p14="http://schemas.microsoft.com/office/powerpoint/2010/main" val="1845362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Connector Groups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availability and geographic routing.</a:t>
            </a:r>
          </a:p>
        </p:txBody>
      </p:sp>
    </p:spTree>
    <p:extLst>
      <p:ext uri="{BB962C8B-B14F-4D97-AF65-F5344CB8AC3E}">
        <p14:creationId xmlns:p14="http://schemas.microsoft.com/office/powerpoint/2010/main" val="3475174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Connector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760009"/>
          </a:xfrm>
        </p:spPr>
        <p:txBody>
          <a:bodyPr/>
          <a:lstStyle/>
          <a:p>
            <a:r>
              <a:rPr lang="en-US" sz="2800" dirty="0"/>
              <a:t>Individual Units</a:t>
            </a:r>
          </a:p>
          <a:p>
            <a:pPr lvl="1"/>
            <a:r>
              <a:rPr lang="en-US" dirty="0"/>
              <a:t>High availability/redundancy</a:t>
            </a:r>
          </a:p>
          <a:p>
            <a:pPr lvl="1"/>
            <a:r>
              <a:rPr lang="en-US" dirty="0"/>
              <a:t>Scalability/load balancing</a:t>
            </a:r>
          </a:p>
          <a:p>
            <a:pPr lvl="1"/>
            <a:r>
              <a:rPr lang="en-US" dirty="0"/>
              <a:t>Performance</a:t>
            </a:r>
          </a:p>
          <a:p>
            <a:r>
              <a:rPr lang="en-US" dirty="0"/>
              <a:t>Application Specific</a:t>
            </a:r>
          </a:p>
          <a:p>
            <a:pPr lvl="1"/>
            <a:r>
              <a:rPr lang="en-US" dirty="0"/>
              <a:t>Assigned per application</a:t>
            </a:r>
          </a:p>
        </p:txBody>
      </p:sp>
    </p:spTree>
    <p:extLst>
      <p:ext uri="{BB962C8B-B14F-4D97-AF65-F5344CB8AC3E}">
        <p14:creationId xmlns:p14="http://schemas.microsoft.com/office/powerpoint/2010/main" val="3466161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Connector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760009"/>
          </a:xfrm>
        </p:spPr>
        <p:txBody>
          <a:bodyPr/>
          <a:lstStyle/>
          <a:p>
            <a:r>
              <a:rPr lang="en-US" sz="2800" dirty="0"/>
              <a:t>Default Group</a:t>
            </a:r>
          </a:p>
          <a:p>
            <a:pPr lvl="1"/>
            <a:r>
              <a:rPr lang="en-US" dirty="0"/>
              <a:t>Used if unassigned</a:t>
            </a:r>
          </a:p>
          <a:p>
            <a:pPr lvl="1"/>
            <a:r>
              <a:rPr lang="en-US" dirty="0"/>
              <a:t>Do not assign applications!</a:t>
            </a:r>
          </a:p>
          <a:p>
            <a:r>
              <a:rPr lang="en-US" dirty="0"/>
              <a:t>Geolocation</a:t>
            </a:r>
          </a:p>
          <a:p>
            <a:pPr lvl="1"/>
            <a:r>
              <a:rPr lang="en-US" dirty="0"/>
              <a:t>Align connectors by geography</a:t>
            </a:r>
          </a:p>
          <a:p>
            <a:r>
              <a:rPr lang="en-US" dirty="0"/>
              <a:t>Assign Connector Groups to Regions</a:t>
            </a:r>
          </a:p>
        </p:txBody>
      </p:sp>
    </p:spTree>
    <p:extLst>
      <p:ext uri="{BB962C8B-B14F-4D97-AF65-F5344CB8AC3E}">
        <p14:creationId xmlns:p14="http://schemas.microsoft.com/office/powerpoint/2010/main" val="53084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6BC2B6-AE2C-3E1D-788D-592ABCDC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Network Connector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050AF-7D60-7B16-0E17-6467A67E5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998567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GSA Client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few things to know.</a:t>
            </a:r>
          </a:p>
        </p:txBody>
      </p:sp>
    </p:spTree>
    <p:extLst>
      <p:ext uri="{BB962C8B-B14F-4D97-AF65-F5344CB8AC3E}">
        <p14:creationId xmlns:p14="http://schemas.microsoft.com/office/powerpoint/2010/main" val="581256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GSA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760009"/>
          </a:xfrm>
        </p:spPr>
        <p:txBody>
          <a:bodyPr/>
          <a:lstStyle/>
          <a:p>
            <a:r>
              <a:rPr lang="en-US" sz="2800" dirty="0"/>
              <a:t>Deploy Agent Software to Target Endpoints</a:t>
            </a:r>
            <a:endParaRPr lang="en-US" dirty="0"/>
          </a:p>
          <a:p>
            <a:r>
              <a:rPr lang="en-US" sz="2800" dirty="0"/>
              <a:t>Requirements for Entra Internet Access</a:t>
            </a:r>
          </a:p>
          <a:p>
            <a:pPr lvl="1"/>
            <a:r>
              <a:rPr lang="en-US" dirty="0"/>
              <a:t>Prefer IPv4 over IPv6</a:t>
            </a:r>
          </a:p>
          <a:p>
            <a:pPr lvl="1"/>
            <a:r>
              <a:rPr lang="en-US" dirty="0"/>
              <a:t>Disable QUIC</a:t>
            </a:r>
          </a:p>
          <a:p>
            <a:pPr lvl="1"/>
            <a:r>
              <a:rPr lang="en-US" dirty="0"/>
              <a:t>Disable Secure DNS (DoT, </a:t>
            </a:r>
            <a:r>
              <a:rPr lang="en-US" dirty="0" err="1"/>
              <a:t>DoH</a:t>
            </a:r>
            <a:r>
              <a:rPr lang="en-US" dirty="0"/>
              <a:t>)</a:t>
            </a:r>
          </a:p>
          <a:p>
            <a:r>
              <a:rPr lang="en-US" dirty="0"/>
              <a:t>Not Required for Entra </a:t>
            </a:r>
            <a:r>
              <a:rPr lang="en-US"/>
              <a:t>Private Access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846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 Trust Network Access</a:t>
            </a:r>
          </a:p>
        </p:txBody>
      </p:sp>
    </p:spTree>
    <p:extLst>
      <p:ext uri="{BB962C8B-B14F-4D97-AF65-F5344CB8AC3E}">
        <p14:creationId xmlns:p14="http://schemas.microsoft.com/office/powerpoint/2010/main" val="2923584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– Quick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Quick Access</a:t>
            </a:r>
          </a:p>
          <a:p>
            <a:pPr lvl="1"/>
            <a:r>
              <a:rPr lang="en-US" dirty="0"/>
              <a:t>Starting point for VPN replacement</a:t>
            </a:r>
          </a:p>
          <a:p>
            <a:pPr lvl="1"/>
            <a:r>
              <a:rPr lang="en-US" dirty="0"/>
              <a:t>Broad access (IP range, FQDN)</a:t>
            </a:r>
          </a:p>
          <a:p>
            <a:pPr lvl="1"/>
            <a:r>
              <a:rPr lang="en-US" dirty="0"/>
              <a:t>Single Conditional Access policy</a:t>
            </a:r>
          </a:p>
          <a:p>
            <a:pPr lvl="1"/>
            <a:r>
              <a:rPr lang="en-US" dirty="0"/>
              <a:t>Private DNS</a:t>
            </a:r>
          </a:p>
        </p:txBody>
      </p:sp>
    </p:spTree>
    <p:extLst>
      <p:ext uri="{BB962C8B-B14F-4D97-AF65-F5344CB8AC3E}">
        <p14:creationId xmlns:p14="http://schemas.microsoft.com/office/powerpoint/2010/main" val="2125846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– Enterprise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Enterprise Application</a:t>
            </a:r>
          </a:p>
          <a:p>
            <a:pPr lvl="1"/>
            <a:r>
              <a:rPr lang="en-US" dirty="0"/>
              <a:t>Granular, per-app access</a:t>
            </a:r>
          </a:p>
          <a:p>
            <a:pPr lvl="1"/>
            <a:r>
              <a:rPr lang="en-US" dirty="0"/>
              <a:t>Unique Conditional Access policy per app</a:t>
            </a:r>
          </a:p>
          <a:p>
            <a:pPr lvl="1"/>
            <a:r>
              <a:rPr lang="en-US" dirty="0"/>
              <a:t>Can overlap with Quick Access</a:t>
            </a:r>
          </a:p>
          <a:p>
            <a:pPr lvl="1"/>
            <a:r>
              <a:rPr lang="en-US" dirty="0"/>
              <a:t>Application discovery for migration</a:t>
            </a:r>
          </a:p>
          <a:p>
            <a:r>
              <a:rPr lang="en-US" dirty="0"/>
              <a:t>Supersedes Quick Access App</a:t>
            </a:r>
          </a:p>
          <a:p>
            <a:r>
              <a:rPr lang="en-US" dirty="0"/>
              <a:t>Enables </a:t>
            </a:r>
            <a:r>
              <a:rPr lang="en-US"/>
              <a:t>Seamless Migration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668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Migrating to Entra Private Access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get from here to there.</a:t>
            </a:r>
          </a:p>
        </p:txBody>
      </p:sp>
    </p:spTree>
    <p:extLst>
      <p:ext uri="{BB962C8B-B14F-4D97-AF65-F5344CB8AC3E}">
        <p14:creationId xmlns:p14="http://schemas.microsoft.com/office/powerpoint/2010/main" val="1337972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Always On VPN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Enable Quick Access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Install Agent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Deprovision Always On VPN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Migrate Quick Access to Enterprise Applications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809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Trust with GSA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Monitor Quick Access Usage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Perform Application Discovery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Enterprise Apps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Decommission </a:t>
            </a:r>
            <a:r>
              <a:rPr lang="en-US"/>
              <a:t>Quick Access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494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6BC2B6-AE2C-3E1D-788D-592ABCDC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Access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050AF-7D60-7B16-0E17-6467A67E5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ZTNA without the ZT.</a:t>
            </a:r>
          </a:p>
        </p:txBody>
      </p:sp>
    </p:spTree>
    <p:extLst>
      <p:ext uri="{BB962C8B-B14F-4D97-AF65-F5344CB8AC3E}">
        <p14:creationId xmlns:p14="http://schemas.microsoft.com/office/powerpoint/2010/main" val="12585888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6BC2B6-AE2C-3E1D-788D-592ABCDC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VPN and Entra Private Access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050AF-7D60-7B16-0E17-6467A67E5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Coexistence and Migration</a:t>
            </a:r>
          </a:p>
        </p:txBody>
      </p:sp>
    </p:spTree>
    <p:extLst>
      <p:ext uri="{BB962C8B-B14F-4D97-AF65-F5344CB8AC3E}">
        <p14:creationId xmlns:p14="http://schemas.microsoft.com/office/powerpoint/2010/main" val="6151703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6BC2B6-AE2C-3E1D-788D-592ABCDC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Enterprise App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050AF-7D60-7B16-0E17-6467A67E5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zero-trust access.</a:t>
            </a:r>
          </a:p>
        </p:txBody>
      </p:sp>
    </p:spTree>
    <p:extLst>
      <p:ext uri="{BB962C8B-B14F-4D97-AF65-F5344CB8AC3E}">
        <p14:creationId xmlns:p14="http://schemas.microsoft.com/office/powerpoint/2010/main" val="25110113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6BC2B6-AE2C-3E1D-788D-592ABCDC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Discovery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050AF-7D60-7B16-0E17-6467A67E5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Discover and Migrate.</a:t>
            </a:r>
          </a:p>
        </p:txBody>
      </p:sp>
    </p:spTree>
    <p:extLst>
      <p:ext uri="{BB962C8B-B14F-4D97-AF65-F5344CB8AC3E}">
        <p14:creationId xmlns:p14="http://schemas.microsoft.com/office/powerpoint/2010/main" val="915811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C4865-A8EA-DE9B-A9E4-A479B9FE52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7027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7818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3086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 2026 at MOA.potx" id="{D8842C19-AA0D-435F-9EEB-FA31630ABB9B}" vid="{B3EE2789-FD7D-46D1-B302-E8985430D9C8}"/>
    </a:ext>
  </a:extLst>
</a:theme>
</file>

<file path=ppt/theme/theme2.xml><?xml version="1.0" encoding="utf-8"?>
<a:theme xmlns:a="http://schemas.openxmlformats.org/drawingml/2006/main" name="Light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S 2026 at MOA.potx" id="{D8842C19-AA0D-435F-9EEB-FA31630ABB9B}" vid="{5142D9BD-4495-4882-B39B-A8686CD3B06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6787FB9552CF40BFF026EAAC52FBCA" ma:contentTypeVersion="20" ma:contentTypeDescription="Create a new document." ma:contentTypeScope="" ma:versionID="edddbbb644e7c0bd6adf7ea50799224d">
  <xsd:schema xmlns:xsd="http://www.w3.org/2001/XMLSchema" xmlns:xs="http://www.w3.org/2001/XMLSchema" xmlns:p="http://schemas.microsoft.com/office/2006/metadata/properties" xmlns:ns2="0f628621-369a-46c7-83bd-de17ca407533" xmlns:ns3="994c1987-0261-432a-b2ef-a9da39f1b5e2" targetNamespace="http://schemas.microsoft.com/office/2006/metadata/properties" ma:root="true" ma:fieldsID="49108ad5585ca2305a1dbbeb1151d3a3" ns2:_="" ns3:_="">
    <xsd:import namespace="0f628621-369a-46c7-83bd-de17ca407533"/>
    <xsd:import namespace="994c1987-0261-432a-b2ef-a9da39f1b5e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628621-369a-46c7-83bd-de17ca40753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3" nillable="true" ma:displayName="Taxonomy Catch All Column" ma:hidden="true" ma:list="{373337a8-41f0-47ae-895f-b179ccc8878d}" ma:internalName="TaxCatchAll" ma:showField="CatchAllData" ma:web="0f628621-369a-46c7-83bd-de17ca4075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4c1987-0261-432a-b2ef-a9da39f1b5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4f3eb32-8128-4a7e-868e-0456b78e6e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4c1987-0261-432a-b2ef-a9da39f1b5e2">
      <Terms xmlns="http://schemas.microsoft.com/office/infopath/2007/PartnerControls"/>
    </lcf76f155ced4ddcb4097134ff3c332f>
    <TaxCatchAll xmlns="0f628621-369a-46c7-83bd-de17ca407533" xsi:nil="true"/>
  </documentManagement>
</p:properties>
</file>

<file path=customXml/itemProps1.xml><?xml version="1.0" encoding="utf-8"?>
<ds:datastoreItem xmlns:ds="http://schemas.openxmlformats.org/officeDocument/2006/customXml" ds:itemID="{FBB99CDF-4DD1-4BCA-94A9-937C9978E9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2549C15-4E42-4D07-A4DB-8ECA1C2B5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628621-369a-46c7-83bd-de17ca407533"/>
    <ds:schemaRef ds:uri="994c1987-0261-432a-b2ef-a9da39f1b5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CE0B4D4-529D-4984-8525-2DCCA1BEFF9D}">
  <ds:schemaRefs>
    <ds:schemaRef ds:uri="994c1987-0261-432a-b2ef-a9da39f1b5e2"/>
    <ds:schemaRef ds:uri="http://schemas.openxmlformats.org/package/2006/metadata/core-properties"/>
    <ds:schemaRef ds:uri="0f628621-369a-46c7-83bd-de17ca407533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mmsmoa_2026_template</Template>
  <TotalTime>19009</TotalTime>
  <Words>387</Words>
  <Application>Microsoft Office PowerPoint</Application>
  <PresentationFormat>Widescreen</PresentationFormat>
  <Paragraphs>106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Wingdings</vt:lpstr>
      <vt:lpstr>Dark Mode</vt:lpstr>
      <vt:lpstr>Light Mode</vt:lpstr>
      <vt:lpstr>Moving to Zero Trust Network Access</vt:lpstr>
      <vt:lpstr>PowerPoint Presentation</vt:lpstr>
      <vt:lpstr>Entra Private Access</vt:lpstr>
      <vt:lpstr>Entra Private Access</vt:lpstr>
      <vt:lpstr>Zero Trust Principles</vt:lpstr>
      <vt:lpstr>Requirements</vt:lpstr>
      <vt:lpstr>Requirements</vt:lpstr>
      <vt:lpstr>Private Network Connector</vt:lpstr>
      <vt:lpstr>Private Network Connector</vt:lpstr>
      <vt:lpstr>Connector Groups</vt:lpstr>
      <vt:lpstr>Connector Groups</vt:lpstr>
      <vt:lpstr>Connector Groups</vt:lpstr>
      <vt:lpstr>Private Network Connector</vt:lpstr>
      <vt:lpstr>GSA Client</vt:lpstr>
      <vt:lpstr>GSA Client</vt:lpstr>
      <vt:lpstr>Applications</vt:lpstr>
      <vt:lpstr>Applications – Quick Access</vt:lpstr>
      <vt:lpstr>Applications – Enterprise App</vt:lpstr>
      <vt:lpstr>Migrating to Entra Private Access</vt:lpstr>
      <vt:lpstr>Always On VPN</vt:lpstr>
      <vt:lpstr>Zero Trust with GSA</vt:lpstr>
      <vt:lpstr>Quick Access</vt:lpstr>
      <vt:lpstr>VPN and Entra Private Access</vt:lpstr>
      <vt:lpstr>Configure Enterprise App</vt:lpstr>
      <vt:lpstr>Application Discovery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MMS 2026 at MOA</dc:subject>
  <dc:creator>Richard Hicks</dc:creator>
  <cp:lastModifiedBy>Richard Hicks</cp:lastModifiedBy>
  <cp:revision>1</cp:revision>
  <dcterms:created xsi:type="dcterms:W3CDTF">2026-03-15T19:57:36Z</dcterms:created>
  <dcterms:modified xsi:type="dcterms:W3CDTF">2026-05-06T20:19:27Z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0x010100066787FB9552CF40BFF026EAAC52FBCA</vt:lpwstr>
  </property>
  <property fmtid="{D5CDD505-2E9C-101B-9397-08002B2CF9AE}" pid="3" name="MediaServiceImageTags">
    <vt:lpwstr/>
  </property>
</Properties>
</file>