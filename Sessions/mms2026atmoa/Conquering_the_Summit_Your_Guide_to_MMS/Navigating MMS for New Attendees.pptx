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handoutMasterIdLst>
    <p:handoutMasterId r:id="rId28"/>
  </p:handoutMasterIdLst>
  <p:sldIdLst>
    <p:sldId id="256" r:id="rId6"/>
    <p:sldId id="264" r:id="rId7"/>
    <p:sldId id="269" r:id="rId8"/>
    <p:sldId id="287" r:id="rId9"/>
    <p:sldId id="270" r:id="rId10"/>
    <p:sldId id="271" r:id="rId11"/>
    <p:sldId id="272" r:id="rId12"/>
    <p:sldId id="273" r:id="rId13"/>
    <p:sldId id="286" r:id="rId14"/>
    <p:sldId id="274" r:id="rId15"/>
    <p:sldId id="275" r:id="rId16"/>
    <p:sldId id="276" r:id="rId17"/>
    <p:sldId id="277" r:id="rId18"/>
    <p:sldId id="278" r:id="rId19"/>
    <p:sldId id="283" r:id="rId20"/>
    <p:sldId id="266" r:id="rId21"/>
    <p:sldId id="282" r:id="rId22"/>
    <p:sldId id="279" r:id="rId23"/>
    <p:sldId id="263" r:id="rId24"/>
    <p:sldId id="280" r:id="rId25"/>
    <p:sldId id="265" r:id="rId26"/>
    <p:sldId id="2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C90A1-52DE-4C0C-9748-AA4C35CE60DF}">
          <p14:sldIdLst>
            <p14:sldId id="256"/>
            <p14:sldId id="264"/>
            <p14:sldId id="269"/>
            <p14:sldId id="287"/>
          </p14:sldIdLst>
        </p14:section>
        <p14:section name="Presentation" id="{88398753-748C-4CE7-B81D-D95829EA2652}">
          <p14:sldIdLst>
            <p14:sldId id="270"/>
            <p14:sldId id="271"/>
            <p14:sldId id="272"/>
          </p14:sldIdLst>
        </p14:section>
        <p14:section name="Closing" id="{35F0DD0F-C871-4339-9D6B-25AB6010E816}">
          <p14:sldIdLst>
            <p14:sldId id="273"/>
            <p14:sldId id="286"/>
            <p14:sldId id="274"/>
            <p14:sldId id="275"/>
            <p14:sldId id="276"/>
            <p14:sldId id="277"/>
            <p14:sldId id="278"/>
            <p14:sldId id="283"/>
            <p14:sldId id="266"/>
            <p14:sldId id="282"/>
            <p14:sldId id="279"/>
            <p14:sldId id="263"/>
            <p14:sldId id="280"/>
            <p14:sldId id="265"/>
            <p14:sldId id="2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C24"/>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05E404-1E48-4598-AF2E-DB2D2B7C8D5F}" v="19" dt="2026-04-07T13:31:12.079"/>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92" autoAdjust="0"/>
  </p:normalViewPr>
  <p:slideViewPr>
    <p:cSldViewPr snapToGrid="0">
      <p:cViewPr varScale="1">
        <p:scale>
          <a:sx n="91" d="100"/>
          <a:sy n="91" d="100"/>
        </p:scale>
        <p:origin x="69" y="315"/>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75"/>
    </p:cViewPr>
  </p:sorterViewPr>
  <p:notesViewPr>
    <p:cSldViewPr snapToGrid="0">
      <p:cViewPr varScale="1">
        <p:scale>
          <a:sx n="122" d="100"/>
          <a:sy n="122" d="100"/>
        </p:scale>
        <p:origin x="4148"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ly Mead" userId="a996c5a106594e2d" providerId="LiveId" clId="{CC4AF71D-4D7A-4455-8B26-E4922532398B}"/>
    <pc:docChg chg="undo custSel addSld delSld modSld sldOrd modSection">
      <pc:chgData name="Wally Mead" userId="a996c5a106594e2d" providerId="LiveId" clId="{CC4AF71D-4D7A-4455-8B26-E4922532398B}" dt="2026-04-07T15:10:10.075" v="1367" actId="20577"/>
      <pc:docMkLst>
        <pc:docMk/>
      </pc:docMkLst>
      <pc:sldChg chg="modSp mod">
        <pc:chgData name="Wally Mead" userId="a996c5a106594e2d" providerId="LiveId" clId="{CC4AF71D-4D7A-4455-8B26-E4922532398B}" dt="2026-03-23T21:25:06.896" v="67" actId="20577"/>
        <pc:sldMkLst>
          <pc:docMk/>
          <pc:sldMk cId="4018952155" sldId="256"/>
        </pc:sldMkLst>
        <pc:spChg chg="mod">
          <ac:chgData name="Wally Mead" userId="a996c5a106594e2d" providerId="LiveId" clId="{CC4AF71D-4D7A-4455-8B26-E4922532398B}" dt="2026-03-23T21:25:06.896" v="67" actId="20577"/>
          <ac:spMkLst>
            <pc:docMk/>
            <pc:sldMk cId="4018952155" sldId="256"/>
            <ac:spMk id="2" creationId="{2313B669-2341-DF39-C682-5CB469879095}"/>
          </ac:spMkLst>
        </pc:spChg>
      </pc:sldChg>
      <pc:sldChg chg="modSp mod">
        <pc:chgData name="Wally Mead" userId="a996c5a106594e2d" providerId="LiveId" clId="{CC4AF71D-4D7A-4455-8B26-E4922532398B}" dt="2026-03-25T23:57:34.121" v="694" actId="20577"/>
        <pc:sldMkLst>
          <pc:docMk/>
          <pc:sldMk cId="3743149013" sldId="264"/>
        </pc:sldMkLst>
        <pc:spChg chg="mod">
          <ac:chgData name="Wally Mead" userId="a996c5a106594e2d" providerId="LiveId" clId="{CC4AF71D-4D7A-4455-8B26-E4922532398B}" dt="2026-03-25T23:57:34.121" v="694" actId="20577"/>
          <ac:spMkLst>
            <pc:docMk/>
            <pc:sldMk cId="3743149013" sldId="264"/>
            <ac:spMk id="3" creationId="{C595F291-B9CB-60BF-7307-F3FFC90C9734}"/>
          </ac:spMkLst>
        </pc:spChg>
      </pc:sldChg>
      <pc:sldChg chg="ord">
        <pc:chgData name="Wally Mead" userId="a996c5a106594e2d" providerId="LiveId" clId="{CC4AF71D-4D7A-4455-8B26-E4922532398B}" dt="2026-03-23T21:29:21.924" v="180"/>
        <pc:sldMkLst>
          <pc:docMk/>
          <pc:sldMk cId="1651702748" sldId="266"/>
        </pc:sldMkLst>
      </pc:sldChg>
      <pc:sldChg chg="modSp add mod ord">
        <pc:chgData name="Wally Mead" userId="a996c5a106594e2d" providerId="LiveId" clId="{CC4AF71D-4D7A-4455-8B26-E4922532398B}" dt="2026-03-23T21:22:21.030" v="24"/>
        <pc:sldMkLst>
          <pc:docMk/>
          <pc:sldMk cId="2615640382" sldId="269"/>
        </pc:sldMkLst>
        <pc:spChg chg="mod">
          <ac:chgData name="Wally Mead" userId="a996c5a106594e2d" providerId="LiveId" clId="{CC4AF71D-4D7A-4455-8B26-E4922532398B}" dt="2026-03-23T21:22:04.772" v="19" actId="27636"/>
          <ac:spMkLst>
            <pc:docMk/>
            <pc:sldMk cId="2615640382" sldId="269"/>
            <ac:spMk id="34" creationId="{F31A37BB-ADDF-9146-3986-97B9A65786D8}"/>
          </ac:spMkLst>
        </pc:spChg>
      </pc:sldChg>
      <pc:sldChg chg="add ord">
        <pc:chgData name="Wally Mead" userId="a996c5a106594e2d" providerId="LiveId" clId="{CC4AF71D-4D7A-4455-8B26-E4922532398B}" dt="2026-03-23T21:22:31.270" v="26"/>
        <pc:sldMkLst>
          <pc:docMk/>
          <pc:sldMk cId="1398065315" sldId="270"/>
        </pc:sldMkLst>
      </pc:sldChg>
      <pc:sldChg chg="modSp add mod ord">
        <pc:chgData name="Wally Mead" userId="a996c5a106594e2d" providerId="LiveId" clId="{CC4AF71D-4D7A-4455-8B26-E4922532398B}" dt="2026-04-07T15:10:02.340" v="1363" actId="20577"/>
        <pc:sldMkLst>
          <pc:docMk/>
          <pc:sldMk cId="1468001598" sldId="271"/>
        </pc:sldMkLst>
        <pc:spChg chg="mod">
          <ac:chgData name="Wally Mead" userId="a996c5a106594e2d" providerId="LiveId" clId="{CC4AF71D-4D7A-4455-8B26-E4922532398B}" dt="2026-04-07T15:10:02.340" v="1363" actId="20577"/>
          <ac:spMkLst>
            <pc:docMk/>
            <pc:sldMk cId="1468001598" sldId="271"/>
            <ac:spMk id="3" creationId="{2E47C443-A519-CA6C-F515-F098DE1D8E32}"/>
          </ac:spMkLst>
        </pc:spChg>
      </pc:sldChg>
      <pc:sldChg chg="addSp delSp modSp add mod ord">
        <pc:chgData name="Wally Mead" userId="a996c5a106594e2d" providerId="LiveId" clId="{CC4AF71D-4D7A-4455-8B26-E4922532398B}" dt="2026-04-07T13:18:36.187" v="947" actId="14100"/>
        <pc:sldMkLst>
          <pc:docMk/>
          <pc:sldMk cId="578687658" sldId="272"/>
        </pc:sldMkLst>
        <pc:spChg chg="add del mod">
          <ac:chgData name="Wally Mead" userId="a996c5a106594e2d" providerId="LiveId" clId="{CC4AF71D-4D7A-4455-8B26-E4922532398B}" dt="2026-04-07T13:18:29.104" v="946" actId="21"/>
          <ac:spMkLst>
            <pc:docMk/>
            <pc:sldMk cId="578687658" sldId="272"/>
            <ac:spMk id="4" creationId="{A09E25D3-271F-F476-C8FB-B11756AECB65}"/>
          </ac:spMkLst>
        </pc:spChg>
        <pc:picChg chg="del">
          <ac:chgData name="Wally Mead" userId="a996c5a106594e2d" providerId="LiveId" clId="{CC4AF71D-4D7A-4455-8B26-E4922532398B}" dt="2026-04-07T13:17:44.942" v="941" actId="478"/>
          <ac:picMkLst>
            <pc:docMk/>
            <pc:sldMk cId="578687658" sldId="272"/>
            <ac:picMk id="5" creationId="{3A0D2296-EA09-789F-1D0C-D2E3DBFF6CD6}"/>
          </ac:picMkLst>
        </pc:picChg>
        <pc:picChg chg="add mod">
          <ac:chgData name="Wally Mead" userId="a996c5a106594e2d" providerId="LiveId" clId="{CC4AF71D-4D7A-4455-8B26-E4922532398B}" dt="2026-04-07T13:18:36.187" v="947" actId="14100"/>
          <ac:picMkLst>
            <pc:docMk/>
            <pc:sldMk cId="578687658" sldId="272"/>
            <ac:picMk id="7" creationId="{9C41D523-7F25-0EB7-DA9C-82851D3E4BBE}"/>
          </ac:picMkLst>
        </pc:picChg>
      </pc:sldChg>
      <pc:sldChg chg="add ord">
        <pc:chgData name="Wally Mead" userId="a996c5a106594e2d" providerId="LiveId" clId="{CC4AF71D-4D7A-4455-8B26-E4922532398B}" dt="2026-03-23T21:22:53.271" v="35"/>
        <pc:sldMkLst>
          <pc:docMk/>
          <pc:sldMk cId="2210703506" sldId="273"/>
        </pc:sldMkLst>
      </pc:sldChg>
      <pc:sldChg chg="modSp add mod ord">
        <pc:chgData name="Wally Mead" userId="a996c5a106594e2d" providerId="LiveId" clId="{CC4AF71D-4D7A-4455-8B26-E4922532398B}" dt="2026-04-07T15:07:48.076" v="1344" actId="20577"/>
        <pc:sldMkLst>
          <pc:docMk/>
          <pc:sldMk cId="4082620164" sldId="274"/>
        </pc:sldMkLst>
        <pc:spChg chg="mod">
          <ac:chgData name="Wally Mead" userId="a996c5a106594e2d" providerId="LiveId" clId="{CC4AF71D-4D7A-4455-8B26-E4922532398B}" dt="2026-04-07T15:07:48.076" v="1344" actId="20577"/>
          <ac:spMkLst>
            <pc:docMk/>
            <pc:sldMk cId="4082620164" sldId="274"/>
            <ac:spMk id="5" creationId="{581B598A-CB65-7993-3FCF-42623BB7A3BE}"/>
          </ac:spMkLst>
        </pc:spChg>
      </pc:sldChg>
      <pc:sldChg chg="modSp add mod ord">
        <pc:chgData name="Wally Mead" userId="a996c5a106594e2d" providerId="LiveId" clId="{CC4AF71D-4D7A-4455-8B26-E4922532398B}" dt="2026-04-07T13:14:55.108" v="940" actId="20577"/>
        <pc:sldMkLst>
          <pc:docMk/>
          <pc:sldMk cId="4294568745" sldId="275"/>
        </pc:sldMkLst>
        <pc:spChg chg="mod">
          <ac:chgData name="Wally Mead" userId="a996c5a106594e2d" providerId="LiveId" clId="{CC4AF71D-4D7A-4455-8B26-E4922532398B}" dt="2026-04-07T13:14:55.108" v="940" actId="20577"/>
          <ac:spMkLst>
            <pc:docMk/>
            <pc:sldMk cId="4294568745" sldId="275"/>
            <ac:spMk id="5" creationId="{581B598A-CB65-7993-3FCF-42623BB7A3BE}"/>
          </ac:spMkLst>
        </pc:spChg>
      </pc:sldChg>
      <pc:sldChg chg="modSp add mod ord">
        <pc:chgData name="Wally Mead" userId="a996c5a106594e2d" providerId="LiveId" clId="{CC4AF71D-4D7A-4455-8B26-E4922532398B}" dt="2026-04-07T15:10:10.075" v="1367" actId="20577"/>
        <pc:sldMkLst>
          <pc:docMk/>
          <pc:sldMk cId="720560327" sldId="276"/>
        </pc:sldMkLst>
        <pc:spChg chg="mod">
          <ac:chgData name="Wally Mead" userId="a996c5a106594e2d" providerId="LiveId" clId="{CC4AF71D-4D7A-4455-8B26-E4922532398B}" dt="2026-04-07T15:10:10.075" v="1367" actId="20577"/>
          <ac:spMkLst>
            <pc:docMk/>
            <pc:sldMk cId="720560327" sldId="276"/>
            <ac:spMk id="5" creationId="{581B598A-CB65-7993-3FCF-42623BB7A3BE}"/>
          </ac:spMkLst>
        </pc:spChg>
      </pc:sldChg>
      <pc:sldChg chg="modSp add mod ord">
        <pc:chgData name="Wally Mead" userId="a996c5a106594e2d" providerId="LiveId" clId="{CC4AF71D-4D7A-4455-8B26-E4922532398B}" dt="2026-03-23T21:23:05.954" v="43"/>
        <pc:sldMkLst>
          <pc:docMk/>
          <pc:sldMk cId="1803319524" sldId="277"/>
        </pc:sldMkLst>
        <pc:spChg chg="mod">
          <ac:chgData name="Wally Mead" userId="a996c5a106594e2d" providerId="LiveId" clId="{CC4AF71D-4D7A-4455-8B26-E4922532398B}" dt="2026-03-23T21:22:04.798" v="21" actId="27636"/>
          <ac:spMkLst>
            <pc:docMk/>
            <pc:sldMk cId="1803319524" sldId="277"/>
            <ac:spMk id="5" creationId="{581B598A-CB65-7993-3FCF-42623BB7A3BE}"/>
          </ac:spMkLst>
        </pc:spChg>
      </pc:sldChg>
      <pc:sldChg chg="add ord">
        <pc:chgData name="Wally Mead" userId="a996c5a106594e2d" providerId="LiveId" clId="{CC4AF71D-4D7A-4455-8B26-E4922532398B}" dt="2026-03-23T21:23:10.844" v="45"/>
        <pc:sldMkLst>
          <pc:docMk/>
          <pc:sldMk cId="2218849706" sldId="278"/>
        </pc:sldMkLst>
      </pc:sldChg>
      <pc:sldChg chg="add ord">
        <pc:chgData name="Wally Mead" userId="a996c5a106594e2d" providerId="LiveId" clId="{CC4AF71D-4D7A-4455-8B26-E4922532398B}" dt="2026-03-23T21:23:22.468" v="49"/>
        <pc:sldMkLst>
          <pc:docMk/>
          <pc:sldMk cId="1319898913" sldId="279"/>
        </pc:sldMkLst>
      </pc:sldChg>
      <pc:sldChg chg="add ord">
        <pc:chgData name="Wally Mead" userId="a996c5a106594e2d" providerId="LiveId" clId="{CC4AF71D-4D7A-4455-8B26-E4922532398B}" dt="2026-03-23T21:23:36.862" v="54"/>
        <pc:sldMkLst>
          <pc:docMk/>
          <pc:sldMk cId="3446901839" sldId="280"/>
        </pc:sldMkLst>
      </pc:sldChg>
      <pc:sldChg chg="addSp delSp modSp add mod ord">
        <pc:chgData name="Wally Mead" userId="a996c5a106594e2d" providerId="LiveId" clId="{CC4AF71D-4D7A-4455-8B26-E4922532398B}" dt="2026-03-25T23:50:18.253" v="500" actId="20577"/>
        <pc:sldMkLst>
          <pc:docMk/>
          <pc:sldMk cId="394633232" sldId="282"/>
        </pc:sldMkLst>
        <pc:spChg chg="mod">
          <ac:chgData name="Wally Mead" userId="a996c5a106594e2d" providerId="LiveId" clId="{CC4AF71D-4D7A-4455-8B26-E4922532398B}" dt="2026-03-25T23:43:09.902" v="405" actId="20577"/>
          <ac:spMkLst>
            <pc:docMk/>
            <pc:sldMk cId="394633232" sldId="282"/>
            <ac:spMk id="2" creationId="{DCA565EA-31E7-49F8-D443-B26CACE04939}"/>
          </ac:spMkLst>
        </pc:spChg>
        <pc:spChg chg="mod">
          <ac:chgData name="Wally Mead" userId="a996c5a106594e2d" providerId="LiveId" clId="{CC4AF71D-4D7A-4455-8B26-E4922532398B}" dt="2026-03-25T23:50:18.253" v="500" actId="20577"/>
          <ac:spMkLst>
            <pc:docMk/>
            <pc:sldMk cId="394633232" sldId="282"/>
            <ac:spMk id="3" creationId="{F884C1E1-DE93-0A5E-B98D-22B4BBD5AF2F}"/>
          </ac:spMkLst>
        </pc:spChg>
        <pc:picChg chg="add mod">
          <ac:chgData name="Wally Mead" userId="a996c5a106594e2d" providerId="LiveId" clId="{CC4AF71D-4D7A-4455-8B26-E4922532398B}" dt="2026-03-25T23:48:42.406" v="455" actId="1076"/>
          <ac:picMkLst>
            <pc:docMk/>
            <pc:sldMk cId="394633232" sldId="282"/>
            <ac:picMk id="5" creationId="{754DA1A4-62F3-A300-31EF-5A9556C5A4A7}"/>
          </ac:picMkLst>
        </pc:picChg>
        <pc:picChg chg="add mod">
          <ac:chgData name="Wally Mead" userId="a996c5a106594e2d" providerId="LiveId" clId="{CC4AF71D-4D7A-4455-8B26-E4922532398B}" dt="2026-03-25T23:48:42.406" v="455" actId="1076"/>
          <ac:picMkLst>
            <pc:docMk/>
            <pc:sldMk cId="394633232" sldId="282"/>
            <ac:picMk id="9" creationId="{15A615C7-09CC-934D-2774-DC273ABF2135}"/>
          </ac:picMkLst>
        </pc:picChg>
        <pc:picChg chg="add mod">
          <ac:chgData name="Wally Mead" userId="a996c5a106594e2d" providerId="LiveId" clId="{CC4AF71D-4D7A-4455-8B26-E4922532398B}" dt="2026-03-25T23:49:00.016" v="457" actId="14100"/>
          <ac:picMkLst>
            <pc:docMk/>
            <pc:sldMk cId="394633232" sldId="282"/>
            <ac:picMk id="12" creationId="{89E995E4-2A89-DD91-4100-7F0BC6752386}"/>
          </ac:picMkLst>
        </pc:picChg>
      </pc:sldChg>
      <pc:sldChg chg="add ord">
        <pc:chgData name="Wally Mead" userId="a996c5a106594e2d" providerId="LiveId" clId="{CC4AF71D-4D7A-4455-8B26-E4922532398B}" dt="2026-03-23T21:23:13.638" v="47"/>
        <pc:sldMkLst>
          <pc:docMk/>
          <pc:sldMk cId="2720291024" sldId="283"/>
        </pc:sldMkLst>
      </pc:sldChg>
      <pc:sldChg chg="add">
        <pc:chgData name="Wally Mead" userId="a996c5a106594e2d" providerId="LiveId" clId="{CC4AF71D-4D7A-4455-8B26-E4922532398B}" dt="2026-03-23T21:21:29.112" v="17"/>
        <pc:sldMkLst>
          <pc:docMk/>
          <pc:sldMk cId="2858300262" sldId="285"/>
        </pc:sldMkLst>
      </pc:sldChg>
      <pc:sldChg chg="modSp new mod">
        <pc:chgData name="Wally Mead" userId="a996c5a106594e2d" providerId="LiveId" clId="{CC4AF71D-4D7A-4455-8B26-E4922532398B}" dt="2026-03-25T23:58:56.703" v="770" actId="20577"/>
        <pc:sldMkLst>
          <pc:docMk/>
          <pc:sldMk cId="2963812833" sldId="286"/>
        </pc:sldMkLst>
        <pc:spChg chg="mod">
          <ac:chgData name="Wally Mead" userId="a996c5a106594e2d" providerId="LiveId" clId="{CC4AF71D-4D7A-4455-8B26-E4922532398B}" dt="2026-03-25T23:38:24.159" v="194" actId="20577"/>
          <ac:spMkLst>
            <pc:docMk/>
            <pc:sldMk cId="2963812833" sldId="286"/>
            <ac:spMk id="2" creationId="{25DE1E82-30F4-2928-08F6-2DC9D8A2ABB9}"/>
          </ac:spMkLst>
        </pc:spChg>
        <pc:spChg chg="mod">
          <ac:chgData name="Wally Mead" userId="a996c5a106594e2d" providerId="LiveId" clId="{CC4AF71D-4D7A-4455-8B26-E4922532398B}" dt="2026-03-25T23:58:56.703" v="770" actId="20577"/>
          <ac:spMkLst>
            <pc:docMk/>
            <pc:sldMk cId="2963812833" sldId="286"/>
            <ac:spMk id="3" creationId="{79AAE989-1F8D-9D70-E7D1-A9433177B2B5}"/>
          </ac:spMkLst>
        </pc:spChg>
      </pc:sldChg>
      <pc:sldChg chg="modSp new mod">
        <pc:chgData name="Wally Mead" userId="a996c5a106594e2d" providerId="LiveId" clId="{CC4AF71D-4D7A-4455-8B26-E4922532398B}" dt="2026-04-07T13:45:04.111" v="1315" actId="20577"/>
        <pc:sldMkLst>
          <pc:docMk/>
          <pc:sldMk cId="4230241314" sldId="287"/>
        </pc:sldMkLst>
        <pc:spChg chg="mod">
          <ac:chgData name="Wally Mead" userId="a996c5a106594e2d" providerId="LiveId" clId="{CC4AF71D-4D7A-4455-8B26-E4922532398B}" dt="2026-04-07T13:28:24.368" v="960" actId="20577"/>
          <ac:spMkLst>
            <pc:docMk/>
            <pc:sldMk cId="4230241314" sldId="287"/>
            <ac:spMk id="2" creationId="{EBA50B46-924E-864A-6B68-5453762326EA}"/>
          </ac:spMkLst>
        </pc:spChg>
        <pc:spChg chg="mod">
          <ac:chgData name="Wally Mead" userId="a996c5a106594e2d" providerId="LiveId" clId="{CC4AF71D-4D7A-4455-8B26-E4922532398B}" dt="2026-04-07T13:45:04.111" v="1315" actId="20577"/>
          <ac:spMkLst>
            <pc:docMk/>
            <pc:sldMk cId="4230241314" sldId="287"/>
            <ac:spMk id="3" creationId="{B41EADFE-8B88-0F31-ABB4-E41155ED811C}"/>
          </ac:spMkLst>
        </pc:spChg>
      </pc:sldChg>
      <pc:sldMasterChg chg="addSldLayout delSldLayout">
        <pc:chgData name="Wally Mead" userId="a996c5a106594e2d" providerId="LiveId" clId="{CC4AF71D-4D7A-4455-8B26-E4922532398B}" dt="2026-03-23T21:23:31.567" v="52" actId="47"/>
        <pc:sldMasterMkLst>
          <pc:docMk/>
          <pc:sldMasterMk cId="102125104" sldId="2147483648"/>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479DD7-BEB9-FB69-F785-68848A409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F1EC562-ED04-0689-F45A-C2EBCD3AF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59BDEA-31B7-4DB6-C40F-9DED321F51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ADBB9A-3F38-44C9-81C4-CD9EE35AF0DB}" type="slidenum">
              <a:rPr lang="en-US" smtClean="0"/>
              <a:t>‹#›</a:t>
            </a:fld>
            <a:endParaRPr lang="en-US"/>
          </a:p>
        </p:txBody>
      </p:sp>
    </p:spTree>
    <p:extLst>
      <p:ext uri="{BB962C8B-B14F-4D97-AF65-F5344CB8AC3E}">
        <p14:creationId xmlns:p14="http://schemas.microsoft.com/office/powerpoint/2010/main" val="31543142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0.sv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3.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a:latin typeface="Aptos Display" panose="020B00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3891636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latin typeface="Aptos" panose="020B0004020202020204" pitchFamily="34" charset="0"/>
              </a:defRPr>
            </a:lvl1pPr>
          </a:lstStyle>
          <a:p>
            <a:r>
              <a:rPr lang="en-US"/>
              <a:t>Click icon to add picture</a:t>
            </a:r>
            <a:endParaRPr lang="en-US" dirty="0"/>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latin typeface="Aptos" panose="020B0004020202020204" pitchFamily="34" charset="0"/>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5389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descr="MMS Logo">
            <a:extLst>
              <a:ext uri="{FF2B5EF4-FFF2-40B4-BE49-F238E27FC236}">
                <a16:creationId xmlns:a16="http://schemas.microsoft.com/office/drawing/2014/main" id="{B20E1BA0-F24A-EC19-2D43-C2AEF38D6F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 y="6220684"/>
            <a:ext cx="1069571" cy="612648"/>
          </a:xfrm>
          <a:prstGeom prst="rect">
            <a:avLst/>
          </a:prstGeom>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4148940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53019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latin typeface="Aptos" panose="020B0004020202020204"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16027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358488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2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217888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25661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148462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3011704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3293012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bg1"/>
                </a:solidFill>
                <a:latin typeface="Aptos" panose="020B0004020202020204" pitchFamily="34" charset="0"/>
              </a:rPr>
              <a:t>Be sure to find Wally and sign up for 1:1 time with a speaker</a:t>
            </a:r>
          </a:p>
          <a:p>
            <a:r>
              <a:rPr lang="en-US" sz="2400" b="1" dirty="0">
                <a:solidFill>
                  <a:schemeClr val="bg1"/>
                </a:solidFill>
                <a:latin typeface="Aptos" panose="020B0004020202020204" pitchFamily="34" charset="0"/>
              </a:rPr>
              <a:t>If you'd like to "catch" us for a session, we are scheduled as follows:</a:t>
            </a:r>
            <a:endParaRPr lang="en-US" b="1" dirty="0">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bg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bg1"/>
                </a:solidFill>
                <a:latin typeface="Aptos" panose="020B0004020202020204" pitchFamily="34" charset="0"/>
              </a:rPr>
              <a:t>Fishing Sessions</a:t>
            </a:r>
          </a:p>
        </p:txBody>
      </p:sp>
    </p:spTree>
    <p:extLst>
      <p:ext uri="{BB962C8B-B14F-4D97-AF65-F5344CB8AC3E}">
        <p14:creationId xmlns:p14="http://schemas.microsoft.com/office/powerpoint/2010/main" val="789424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1126592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0" name="Rectangle 9">
            <a:extLst>
              <a:ext uri="{FF2B5EF4-FFF2-40B4-BE49-F238E27FC236}">
                <a16:creationId xmlns:a16="http://schemas.microsoft.com/office/drawing/2014/main" id="{A0141027-F066-B9AE-93FD-9C9448960CDB}"/>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1" name="Picture 10" descr="Patch My PC">
            <a:extLst>
              <a:ext uri="{FF2B5EF4-FFF2-40B4-BE49-F238E27FC236}">
                <a16:creationId xmlns:a16="http://schemas.microsoft.com/office/drawing/2014/main" id="{F837D305-2B1E-D93E-4951-99C287BF88B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9" name="Picture 8" descr="A black and white logo&#10;&#10;Description automatically generated with low confidence">
            <a:extLst>
              <a:ext uri="{FF2B5EF4-FFF2-40B4-BE49-F238E27FC236}">
                <a16:creationId xmlns:a16="http://schemas.microsoft.com/office/drawing/2014/main" id="{9152F94A-4D91-121D-CEB4-524094EE7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3" name="Picture 12" descr="A grey rectangle with white and blue text&#10;&#10;Description automatically generated">
            <a:extLst>
              <a:ext uri="{FF2B5EF4-FFF2-40B4-BE49-F238E27FC236}">
                <a16:creationId xmlns:a16="http://schemas.microsoft.com/office/drawing/2014/main" id="{27436F92-854C-BEE9-ECD2-98D939DF1B9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9" name="Picture 28" descr="A white text on a black background&#10;&#10;Description automatically generated">
            <a:extLst>
              <a:ext uri="{FF2B5EF4-FFF2-40B4-BE49-F238E27FC236}">
                <a16:creationId xmlns:a16="http://schemas.microsoft.com/office/drawing/2014/main" id="{75392E0A-C0E2-C291-444E-C2565C6FA04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37" name="Graphic 36">
            <a:extLst>
              <a:ext uri="{FF2B5EF4-FFF2-40B4-BE49-F238E27FC236}">
                <a16:creationId xmlns:a16="http://schemas.microsoft.com/office/drawing/2014/main" id="{FFA7C4B9-2FE7-03A8-4C46-F9FB648245F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6" name="Picture 5">
            <a:extLst>
              <a:ext uri="{FF2B5EF4-FFF2-40B4-BE49-F238E27FC236}">
                <a16:creationId xmlns:a16="http://schemas.microsoft.com/office/drawing/2014/main" id="{504D6873-2AA5-65D0-992F-5D0CA23B99B8}"/>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8" name="Picture 7">
            <a:extLst>
              <a:ext uri="{FF2B5EF4-FFF2-40B4-BE49-F238E27FC236}">
                <a16:creationId xmlns:a16="http://schemas.microsoft.com/office/drawing/2014/main" id="{6CB20B0E-D4F5-70E8-7B88-CD98C80D632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16" name="Picture 15">
            <a:extLst>
              <a:ext uri="{FF2B5EF4-FFF2-40B4-BE49-F238E27FC236}">
                <a16:creationId xmlns:a16="http://schemas.microsoft.com/office/drawing/2014/main" id="{0697EBA7-C89E-96EE-4748-7F907F81D9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1" name="Graphic 20">
            <a:extLst>
              <a:ext uri="{FF2B5EF4-FFF2-40B4-BE49-F238E27FC236}">
                <a16:creationId xmlns:a16="http://schemas.microsoft.com/office/drawing/2014/main" id="{20F4E334-22B5-F189-E4F0-E59467F9F9B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4" name="Picture 23">
            <a:extLst>
              <a:ext uri="{FF2B5EF4-FFF2-40B4-BE49-F238E27FC236}">
                <a16:creationId xmlns:a16="http://schemas.microsoft.com/office/drawing/2014/main" id="{5E5F552A-9761-3A6C-8290-61044C88A9C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25" name="Picture 24" descr="A blue text on a black background&#10;&#10;AI-generated content may be incorrect.">
            <a:extLst>
              <a:ext uri="{FF2B5EF4-FFF2-40B4-BE49-F238E27FC236}">
                <a16:creationId xmlns:a16="http://schemas.microsoft.com/office/drawing/2014/main" id="{059AA4FF-6CFA-B105-B54C-8D9B21CA931B}"/>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26" name="Picture 25" descr="A white letters on a black background&#10;&#10;AI-generated content may be incorrect.">
            <a:extLst>
              <a:ext uri="{FF2B5EF4-FFF2-40B4-BE49-F238E27FC236}">
                <a16:creationId xmlns:a16="http://schemas.microsoft.com/office/drawing/2014/main" id="{22BA2D5A-399C-36FF-E065-28AF7C39D808}"/>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3" name="Picture 32">
            <a:extLst>
              <a:ext uri="{FF2B5EF4-FFF2-40B4-BE49-F238E27FC236}">
                <a16:creationId xmlns:a16="http://schemas.microsoft.com/office/drawing/2014/main" id="{92CA8F16-E2DC-59EF-D489-4FC3AB2CC38D}"/>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6" name="Picture 35">
            <a:extLst>
              <a:ext uri="{FF2B5EF4-FFF2-40B4-BE49-F238E27FC236}">
                <a16:creationId xmlns:a16="http://schemas.microsoft.com/office/drawing/2014/main" id="{CDA09CD3-5E5E-7480-F81F-B86933B9DC69}"/>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9340197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b="1">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4066305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solidFill>
                  <a:schemeClr val="tx1"/>
                </a:solidFill>
              </a:defRPr>
            </a:lvl1pPr>
          </a:lstStyle>
          <a:p>
            <a:r>
              <a:rPr lang="en-US" dirty="0"/>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solidFill>
                  <a:schemeClr val="tx1"/>
                </a:solidFill>
              </a:defRPr>
            </a:lvl1pPr>
          </a:lstStyle>
          <a:p>
            <a:r>
              <a:rPr lang="en-US"/>
              <a:t>Click icon to add picture</a:t>
            </a:r>
            <a:endParaRPr lang="en-US" dirty="0"/>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tx1"/>
                </a:solidFill>
                <a:effectLst>
                  <a:outerShdw blurRad="38100" dist="19050" dir="2700000" algn="tl" rotWithShape="0">
                    <a:schemeClr val="dk1">
                      <a:alpha val="40000"/>
                    </a:schemeClr>
                  </a:outerShdw>
                </a:effectLst>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dirty="0">
                <a:ln w="0"/>
                <a:solidFill>
                  <a:schemeClr val="tx1"/>
                </a:solidFill>
                <a:effectLst>
                  <a:outerShdw blurRad="38100" dist="19050" dir="2700000" algn="tl" rotWithShape="0">
                    <a:schemeClr val="dk1">
                      <a:alpha val="40000"/>
                    </a:schemeClr>
                  </a:outerShdw>
                </a:effectLst>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461185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336" y="1258200"/>
            <a:ext cx="12264228" cy="645279"/>
          </a:xfrm>
          <a:prstGeom prst="rect">
            <a:avLst/>
          </a:prstGeom>
        </p:spPr>
      </p:pic>
      <p:pic>
        <p:nvPicPr>
          <p:cNvPr id="9" name="Picture 8" descr="A red and black logo&#10;&#10;Description automatically generated">
            <a:extLst>
              <a:ext uri="{FF2B5EF4-FFF2-40B4-BE49-F238E27FC236}">
                <a16:creationId xmlns:a16="http://schemas.microsoft.com/office/drawing/2014/main" id="{858ADF9C-553E-D4C9-65AD-8E508EBA9E1A}"/>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0" y="6241528"/>
            <a:ext cx="1077946" cy="616472"/>
          </a:xfrm>
          <a:prstGeom prst="rect">
            <a:avLst/>
          </a:prstGeom>
        </p:spPr>
      </p:pic>
    </p:spTree>
    <p:extLst>
      <p:ext uri="{BB962C8B-B14F-4D97-AF65-F5344CB8AC3E}">
        <p14:creationId xmlns:p14="http://schemas.microsoft.com/office/powerpoint/2010/main" val="15178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lumMod val="75000"/>
                    <a:lumOff val="25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6494979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solidFill>
                  <a:schemeClr val="tx1">
                    <a:lumMod val="95000"/>
                    <a:lumOff val="5000"/>
                  </a:schemeClr>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lumMod val="50000"/>
                    <a:lumOff val="5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dirty="0">
                <a:ln w="0"/>
                <a:solidFill>
                  <a:schemeClr val="tx1">
                    <a:lumMod val="50000"/>
                    <a:lumOff val="50000"/>
                  </a:schemeClr>
                </a:solidFill>
                <a:effectLst>
                  <a:outerShdw blurRad="38100" dist="19050" dir="2700000" algn="tl" rotWithShape="0">
                    <a:schemeClr val="dk1">
                      <a:alpha val="40000"/>
                    </a:schemeClr>
                  </a:outerShdw>
                </a:effectLst>
                <a:latin typeface="+mn-lt"/>
              </a:rPr>
              <a:t>DEMO</a:t>
            </a:r>
          </a:p>
        </p:txBody>
      </p:sp>
    </p:spTree>
    <p:extLst>
      <p:ext uri="{BB962C8B-B14F-4D97-AF65-F5344CB8AC3E}">
        <p14:creationId xmlns:p14="http://schemas.microsoft.com/office/powerpoint/2010/main" val="3451583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solidFill>
                  <a:schemeClr val="tx1"/>
                </a:solidFill>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1191773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solidFill>
                  <a:schemeClr val="tx1"/>
                </a:solidFill>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1433953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7851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5776265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2000">
                <a:solidFill>
                  <a:schemeClr val="tx1"/>
                </a:solidFill>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888326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888021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dirty="0">
                <a:solidFill>
                  <a:schemeClr val="tx1"/>
                </a:solidFill>
                <a:latin typeface="Aptos" panose="020B0004020202020204" pitchFamily="34" charset="0"/>
              </a:rPr>
              <a:t>Be sure to find Wally and sign up for 1:1 time with a speaker</a:t>
            </a:r>
          </a:p>
          <a:p>
            <a:r>
              <a:rPr lang="en-US" sz="2400" b="1" dirty="0">
                <a:solidFill>
                  <a:schemeClr val="tx1"/>
                </a:solidFill>
                <a:latin typeface="Aptos" panose="020B0004020202020204" pitchFamily="34" charset="0"/>
              </a:rPr>
              <a:t>If you'd like to "catch" us for a session, we are scheduled as follows:</a:t>
            </a:r>
            <a:endParaRPr lang="en-US" b="1" dirty="0">
              <a:solidFill>
                <a:schemeClr val="tx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dirty="0">
                <a:solidFill>
                  <a:schemeClr val="tx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dirty="0"/>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dirty="0">
                <a:solidFill>
                  <a:schemeClr val="tx1"/>
                </a:solidFill>
                <a:latin typeface="Aptos" panose="020B0004020202020204" pitchFamily="34" charset="0"/>
              </a:rPr>
              <a:t>Fishing Sessions</a:t>
            </a:r>
          </a:p>
        </p:txBody>
      </p:sp>
    </p:spTree>
    <p:extLst>
      <p:ext uri="{BB962C8B-B14F-4D97-AF65-F5344CB8AC3E}">
        <p14:creationId xmlns:p14="http://schemas.microsoft.com/office/powerpoint/2010/main" val="25281619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dirty="0">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34260477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Logo">
            <a:extLst>
              <a:ext uri="{FF2B5EF4-FFF2-40B4-BE49-F238E27FC236}">
                <a16:creationId xmlns:a16="http://schemas.microsoft.com/office/drawing/2014/main" id="{46EAA7A9-8D45-D916-28B6-4E361AADC78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4" name="Rectangle 13">
            <a:extLst>
              <a:ext uri="{FF2B5EF4-FFF2-40B4-BE49-F238E27FC236}">
                <a16:creationId xmlns:a16="http://schemas.microsoft.com/office/drawing/2014/main" id="{C6CEB9E9-6A9D-3D7F-1D7E-64C798429A2C}"/>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dirty="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5" name="Picture 14" descr="Patch My PC">
            <a:extLst>
              <a:ext uri="{FF2B5EF4-FFF2-40B4-BE49-F238E27FC236}">
                <a16:creationId xmlns:a16="http://schemas.microsoft.com/office/drawing/2014/main" id="{8A4E9904-CB45-3E0E-696F-D3FD79268A7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16" name="Picture 15" descr="A black and white logo&#10;&#10;Description automatically generated with low confidence">
            <a:extLst>
              <a:ext uri="{FF2B5EF4-FFF2-40B4-BE49-F238E27FC236}">
                <a16:creationId xmlns:a16="http://schemas.microsoft.com/office/drawing/2014/main" id="{43C261DF-C273-8B85-7BEA-3CB1DD08C69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8" name="Picture 17" descr="A grey rectangle with white and blue text&#10;&#10;Description automatically generated">
            <a:extLst>
              <a:ext uri="{FF2B5EF4-FFF2-40B4-BE49-F238E27FC236}">
                <a16:creationId xmlns:a16="http://schemas.microsoft.com/office/drawing/2014/main" id="{F8C63FAC-ABFA-70CE-8D89-D47ABA5CC26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1" name="Picture 20" descr="A white text on a black background&#10;&#10;Description automatically generated">
            <a:extLst>
              <a:ext uri="{FF2B5EF4-FFF2-40B4-BE49-F238E27FC236}">
                <a16:creationId xmlns:a16="http://schemas.microsoft.com/office/drawing/2014/main" id="{79FF2E51-F7AB-D3B9-AABE-FB46DCC3885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23" name="Graphic 22">
            <a:extLst>
              <a:ext uri="{FF2B5EF4-FFF2-40B4-BE49-F238E27FC236}">
                <a16:creationId xmlns:a16="http://schemas.microsoft.com/office/drawing/2014/main" id="{0A3AC7F1-3D93-C770-1878-626E2600894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24" name="Picture 23">
            <a:extLst>
              <a:ext uri="{FF2B5EF4-FFF2-40B4-BE49-F238E27FC236}">
                <a16:creationId xmlns:a16="http://schemas.microsoft.com/office/drawing/2014/main" id="{AC9F9C7F-8CDE-12F1-8DD9-E08040FCF1BA}"/>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25" name="Picture 24">
            <a:extLst>
              <a:ext uri="{FF2B5EF4-FFF2-40B4-BE49-F238E27FC236}">
                <a16:creationId xmlns:a16="http://schemas.microsoft.com/office/drawing/2014/main" id="{EF6F3F9D-B490-FA74-DF0D-405DAA79C43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26" name="Picture 25">
            <a:extLst>
              <a:ext uri="{FF2B5EF4-FFF2-40B4-BE49-F238E27FC236}">
                <a16:creationId xmlns:a16="http://schemas.microsoft.com/office/drawing/2014/main" id="{8CCDFE6E-1CB9-DA2B-8122-2426251CA44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7" name="Graphic 26">
            <a:extLst>
              <a:ext uri="{FF2B5EF4-FFF2-40B4-BE49-F238E27FC236}">
                <a16:creationId xmlns:a16="http://schemas.microsoft.com/office/drawing/2014/main" id="{E662A5E5-BEDF-2923-981A-FFD254ABA47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8" name="Picture 27">
            <a:extLst>
              <a:ext uri="{FF2B5EF4-FFF2-40B4-BE49-F238E27FC236}">
                <a16:creationId xmlns:a16="http://schemas.microsoft.com/office/drawing/2014/main" id="{A8F655CF-14A9-3C76-FB5B-5E772726C55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30" name="Picture 29" descr="A blue text on a black background&#10;&#10;AI-generated content may be incorrect.">
            <a:extLst>
              <a:ext uri="{FF2B5EF4-FFF2-40B4-BE49-F238E27FC236}">
                <a16:creationId xmlns:a16="http://schemas.microsoft.com/office/drawing/2014/main" id="{7E42350D-8F9C-893D-D40A-C58551699BA9}"/>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31" name="Picture 30" descr="A white letters on a black background&#10;&#10;AI-generated content may be incorrect.">
            <a:extLst>
              <a:ext uri="{FF2B5EF4-FFF2-40B4-BE49-F238E27FC236}">
                <a16:creationId xmlns:a16="http://schemas.microsoft.com/office/drawing/2014/main" id="{9801BAC5-50DF-BA7A-DFD6-870E7DCE4D74}"/>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2" name="Picture 31">
            <a:extLst>
              <a:ext uri="{FF2B5EF4-FFF2-40B4-BE49-F238E27FC236}">
                <a16:creationId xmlns:a16="http://schemas.microsoft.com/office/drawing/2014/main" id="{91DEC2DB-BCA7-3FE2-CB57-AB1B821F323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3" name="Picture 32">
            <a:extLst>
              <a:ext uri="{FF2B5EF4-FFF2-40B4-BE49-F238E27FC236}">
                <a16:creationId xmlns:a16="http://schemas.microsoft.com/office/drawing/2014/main" id="{52321056-273F-E68B-19D1-57AF101821FE}"/>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04613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65651-282E-586C-B06B-5DB5D99446FF}"/>
              </a:ext>
            </a:extLst>
          </p:cNvPr>
          <p:cNvSpPr>
            <a:spLocks noGrp="1"/>
          </p:cNvSpPr>
          <p:nvPr>
            <p:ph type="title"/>
          </p:nvPr>
        </p:nvSpPr>
        <p:spPr>
          <a:xfrm>
            <a:off x="838200" y="365126"/>
            <a:ext cx="10515600" cy="79246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6913A01-90A4-D2D1-24E8-69DD5F53470F}"/>
              </a:ext>
            </a:extLst>
          </p:cNvPr>
          <p:cNvSpPr>
            <a:spLocks noGrp="1"/>
          </p:cNvSpPr>
          <p:nvPr>
            <p:ph type="body" idx="1"/>
          </p:nvPr>
        </p:nvSpPr>
        <p:spPr>
          <a:xfrm>
            <a:off x="838200" y="1507787"/>
            <a:ext cx="10515600" cy="46691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1251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9" r:id="rId5"/>
    <p:sldLayoutId id="2147483652" r:id="rId6"/>
    <p:sldLayoutId id="2147483653" r:id="rId7"/>
    <p:sldLayoutId id="2147483654" r:id="rId8"/>
    <p:sldLayoutId id="2147483655" r:id="rId9"/>
    <p:sldLayoutId id="2147483656" r:id="rId10"/>
    <p:sldLayoutId id="2147483657" r:id="rId11"/>
    <p:sldLayoutId id="2147483673" r:id="rId12"/>
    <p:sldLayoutId id="2147483663" r:id="rId13"/>
    <p:sldLayoutId id="2147483664" r:id="rId14"/>
  </p:sldLayoutIdLst>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B0B1B4-6987-442E-8B11-D82B4992D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2265E00-A27D-612F-8389-A5568AC246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161DDB-CC2B-D54B-7517-E715290C3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B7999B-38B3-40EF-826B-655A64799C1B}" type="datetimeFigureOut">
              <a:rPr lang="en-US" smtClean="0"/>
              <a:t>4/7/2026</a:t>
            </a:fld>
            <a:endParaRPr lang="en-US"/>
          </a:p>
        </p:txBody>
      </p:sp>
      <p:sp>
        <p:nvSpPr>
          <p:cNvPr id="5" name="Footer Placeholder 4">
            <a:extLst>
              <a:ext uri="{FF2B5EF4-FFF2-40B4-BE49-F238E27FC236}">
                <a16:creationId xmlns:a16="http://schemas.microsoft.com/office/drawing/2014/main" id="{E7F5C2E2-4322-B373-CCC7-8621FF671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BCAAE-4B09-81E1-1FAE-84D173487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1C39E-9AC5-4998-B89E-D6011DDB7CF1}" type="slidenum">
              <a:rPr lang="en-US" smtClean="0"/>
              <a:t>‹#›</a:t>
            </a:fld>
            <a:endParaRPr lang="en-US"/>
          </a:p>
        </p:txBody>
      </p:sp>
    </p:spTree>
    <p:extLst>
      <p:ext uri="{BB962C8B-B14F-4D97-AF65-F5344CB8AC3E}">
        <p14:creationId xmlns:p14="http://schemas.microsoft.com/office/powerpoint/2010/main" val="148027108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62"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90" r:id="rId12"/>
    <p:sldLayoutId id="2147483691"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mmsmoa.com/news/mms-stargazing-sessions" TargetMode="External"/><Relationship Id="rId2" Type="http://schemas.openxmlformats.org/officeDocument/2006/relationships/hyperlink" Target="https://mmsmoa.com/news/mms-fishing-session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p:txBody>
          <a:bodyPr/>
          <a:lstStyle/>
          <a:p>
            <a:r>
              <a:rPr lang="en-US" dirty="0"/>
              <a:t>Navigating MMS for New Attendees</a:t>
            </a:r>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p:txBody>
          <a:bodyPr/>
          <a:lstStyle/>
          <a:p>
            <a:r>
              <a:rPr lang="en-US" dirty="0"/>
              <a:t>Getting the most out of the week of MMS at the Mall of America!</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dirty="0"/>
              <a:t>Attention</a:t>
            </a:r>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lstStyle/>
          <a:p>
            <a:r>
              <a:rPr lang="en-US" sz="2800" dirty="0"/>
              <a:t>MMS sessions are 60-75 minutes followed by a LONG Q&amp;A time</a:t>
            </a:r>
          </a:p>
          <a:p>
            <a:r>
              <a:rPr lang="en-US" sz="2800" dirty="0"/>
              <a:t>Please hold detailed questions until that Q&amp;A starts</a:t>
            </a:r>
          </a:p>
          <a:p>
            <a:r>
              <a:rPr lang="en-US" sz="2800" dirty="0"/>
              <a:t>Feel free to ask clarification questions during the session</a:t>
            </a:r>
          </a:p>
          <a:p>
            <a:r>
              <a:rPr lang="en-US" sz="2800" dirty="0"/>
              <a:t>Remind the speakers to use Zoom It when you can’t see</a:t>
            </a:r>
          </a:p>
          <a:p>
            <a:r>
              <a:rPr lang="en-US" dirty="0"/>
              <a:t>Remind the speakers to repeat questions asked from the audience</a:t>
            </a:r>
            <a:endParaRPr lang="en-US" sz="2800" dirty="0"/>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
            <a:extLst>
              <a:ext uri="{FF2B5EF4-FFF2-40B4-BE49-F238E27FC236}">
                <a16:creationId xmlns:a16="http://schemas.microsoft.com/office/drawing/2014/main" id="{F31A37BB-ADDF-9146-3986-97B9A65786D8}"/>
              </a:ext>
            </a:extLst>
          </p:cNvPr>
          <p:cNvSpPr>
            <a:spLocks noGrp="1"/>
          </p:cNvSpPr>
          <p:nvPr>
            <p:ph type="body" sz="quarter" idx="12"/>
          </p:nvPr>
        </p:nvSpPr>
        <p:spPr>
          <a:xfrm>
            <a:off x="3756108" y="4068841"/>
            <a:ext cx="4572000" cy="457200"/>
          </a:xfrm>
        </p:spPr>
        <p:txBody>
          <a:bodyPr>
            <a:normAutofit/>
          </a:bodyPr>
          <a:lstStyle/>
          <a:p>
            <a:r>
              <a:rPr lang="en-US" dirty="0"/>
              <a:t>Wally Mead</a:t>
            </a:r>
          </a:p>
        </p:txBody>
      </p:sp>
      <p:sp>
        <p:nvSpPr>
          <p:cNvPr id="35" name="Text Placeholder 5">
            <a:extLst>
              <a:ext uri="{FF2B5EF4-FFF2-40B4-BE49-F238E27FC236}">
                <a16:creationId xmlns:a16="http://schemas.microsoft.com/office/drawing/2014/main" id="{0ACB209C-556B-444A-190F-B7EB02102539}"/>
              </a:ext>
            </a:extLst>
          </p:cNvPr>
          <p:cNvSpPr txBox="1">
            <a:spLocks/>
          </p:cNvSpPr>
          <p:nvPr/>
        </p:nvSpPr>
        <p:spPr>
          <a:xfrm>
            <a:off x="3756108" y="5309476"/>
            <a:ext cx="4572000" cy="91440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Tx/>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wally@mmsmoa.com</a:t>
            </a:r>
          </a:p>
          <a:p>
            <a:r>
              <a:rPr lang="en-US" dirty="0"/>
              <a:t>@wally_mead</a:t>
            </a:r>
          </a:p>
        </p:txBody>
      </p:sp>
      <p:sp>
        <p:nvSpPr>
          <p:cNvPr id="36" name="Text Placeholder 7">
            <a:extLst>
              <a:ext uri="{FF2B5EF4-FFF2-40B4-BE49-F238E27FC236}">
                <a16:creationId xmlns:a16="http://schemas.microsoft.com/office/drawing/2014/main" id="{00A1DC48-B845-FD7A-A676-266552403AC3}"/>
              </a:ext>
            </a:extLst>
          </p:cNvPr>
          <p:cNvSpPr txBox="1">
            <a:spLocks/>
          </p:cNvSpPr>
          <p:nvPr/>
        </p:nvSpPr>
        <p:spPr>
          <a:xfrm>
            <a:off x="3756108" y="4617482"/>
            <a:ext cx="4572000" cy="4572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240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MMS Staff</a:t>
            </a:r>
            <a:endParaRPr lang="en-US" dirty="0"/>
          </a:p>
        </p:txBody>
      </p:sp>
      <p:pic>
        <p:nvPicPr>
          <p:cNvPr id="37" name="Picture 36">
            <a:extLst>
              <a:ext uri="{FF2B5EF4-FFF2-40B4-BE49-F238E27FC236}">
                <a16:creationId xmlns:a16="http://schemas.microsoft.com/office/drawing/2014/main" id="{63B8B41A-1B19-9AB0-AB55-AEFD9B308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143" y="1380867"/>
            <a:ext cx="1669713" cy="2580466"/>
          </a:xfrm>
          <a:prstGeom prst="rect">
            <a:avLst/>
          </a:prstGeom>
        </p:spPr>
      </p:pic>
      <p:pic>
        <p:nvPicPr>
          <p:cNvPr id="38" name="Graphic 37" descr="Envelope with solid fill">
            <a:extLst>
              <a:ext uri="{FF2B5EF4-FFF2-40B4-BE49-F238E27FC236}">
                <a16:creationId xmlns:a16="http://schemas.microsoft.com/office/drawing/2014/main" id="{89C38034-AEE0-F1A4-0230-B931C2A5F06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36021" y="5309476"/>
            <a:ext cx="457200" cy="457200"/>
          </a:xfrm>
          <a:prstGeom prst="rect">
            <a:avLst/>
          </a:prstGeom>
        </p:spPr>
      </p:pic>
      <p:pic>
        <p:nvPicPr>
          <p:cNvPr id="39" name="Picture 38">
            <a:extLst>
              <a:ext uri="{FF2B5EF4-FFF2-40B4-BE49-F238E27FC236}">
                <a16:creationId xmlns:a16="http://schemas.microsoft.com/office/drawing/2014/main" id="{94495804-72AA-9F3A-CF70-5448A2B6027F}"/>
              </a:ext>
            </a:extLst>
          </p:cNvPr>
          <p:cNvPicPr>
            <a:picLocks noChangeAspect="1"/>
          </p:cNvPicPr>
          <p:nvPr/>
        </p:nvPicPr>
        <p:blipFill>
          <a:blip r:embed="rId4"/>
          <a:stretch>
            <a:fillRect/>
          </a:stretch>
        </p:blipFill>
        <p:spPr>
          <a:xfrm>
            <a:off x="4709603" y="5823667"/>
            <a:ext cx="372976" cy="372976"/>
          </a:xfrm>
          <a:prstGeom prst="rect">
            <a:avLst/>
          </a:prstGeom>
        </p:spPr>
      </p:pic>
    </p:spTree>
    <p:extLst>
      <p:ext uri="{BB962C8B-B14F-4D97-AF65-F5344CB8AC3E}">
        <p14:creationId xmlns:p14="http://schemas.microsoft.com/office/powerpoint/2010/main" val="2615640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0B46-924E-864A-6B68-5453762326EA}"/>
              </a:ext>
            </a:extLst>
          </p:cNvPr>
          <p:cNvSpPr>
            <a:spLocks noGrp="1"/>
          </p:cNvSpPr>
          <p:nvPr>
            <p:ph type="title"/>
          </p:nvPr>
        </p:nvSpPr>
        <p:spPr/>
        <p:txBody>
          <a:bodyPr/>
          <a:lstStyle/>
          <a:p>
            <a:r>
              <a:rPr lang="en-US" dirty="0"/>
              <a:t>MMS Speakers</a:t>
            </a:r>
          </a:p>
        </p:txBody>
      </p:sp>
      <p:sp>
        <p:nvSpPr>
          <p:cNvPr id="3" name="Content Placeholder 2">
            <a:extLst>
              <a:ext uri="{FF2B5EF4-FFF2-40B4-BE49-F238E27FC236}">
                <a16:creationId xmlns:a16="http://schemas.microsoft.com/office/drawing/2014/main" id="{B41EADFE-8B88-0F31-ABB4-E41155ED811C}"/>
              </a:ext>
            </a:extLst>
          </p:cNvPr>
          <p:cNvSpPr>
            <a:spLocks noGrp="1"/>
          </p:cNvSpPr>
          <p:nvPr>
            <p:ph idx="1"/>
          </p:nvPr>
        </p:nvSpPr>
        <p:spPr/>
        <p:txBody>
          <a:bodyPr/>
          <a:lstStyle/>
          <a:p>
            <a:r>
              <a:rPr lang="en-US" dirty="0"/>
              <a:t>The speakers are here for YOU!</a:t>
            </a:r>
          </a:p>
          <a:p>
            <a:r>
              <a:rPr lang="en-US" dirty="0"/>
              <a:t>You can find them wearing special shirts</a:t>
            </a:r>
          </a:p>
          <a:p>
            <a:r>
              <a:rPr lang="en-US" dirty="0"/>
              <a:t>They WANT to engage with you</a:t>
            </a:r>
          </a:p>
          <a:p>
            <a:r>
              <a:rPr lang="en-US" dirty="0"/>
              <a:t>Please feel free to interact with them</a:t>
            </a:r>
          </a:p>
          <a:p>
            <a:pPr lvl="1"/>
            <a:r>
              <a:rPr lang="en-US" dirty="0"/>
              <a:t>Say hi</a:t>
            </a:r>
          </a:p>
          <a:p>
            <a:pPr lvl="1"/>
            <a:r>
              <a:rPr lang="en-US" dirty="0"/>
              <a:t>Ask questions</a:t>
            </a:r>
          </a:p>
          <a:p>
            <a:pPr lvl="1"/>
            <a:r>
              <a:rPr lang="en-US" dirty="0"/>
              <a:t>Have coffee/tea/snacks/lunch/</a:t>
            </a:r>
            <a:r>
              <a:rPr lang="en-US" dirty="0" err="1"/>
              <a:t>etc</a:t>
            </a:r>
            <a:endParaRPr lang="en-US" dirty="0"/>
          </a:p>
          <a:p>
            <a:r>
              <a:rPr lang="en-US" dirty="0"/>
              <a:t>When not on stage, you can usually find them by the escalator and elevators at the big table</a:t>
            </a:r>
          </a:p>
        </p:txBody>
      </p:sp>
    </p:spTree>
    <p:extLst>
      <p:ext uri="{BB962C8B-B14F-4D97-AF65-F5344CB8AC3E}">
        <p14:creationId xmlns:p14="http://schemas.microsoft.com/office/powerpoint/2010/main" val="4230241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dirty="0"/>
              <a:t>Venue Logistics</a:t>
            </a:r>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lstStyle/>
          <a:p>
            <a:r>
              <a:rPr lang="en-US" dirty="0"/>
              <a:t>What you need to know about the venue itself</a:t>
            </a:r>
          </a:p>
        </p:txBody>
      </p:sp>
    </p:spTree>
    <p:extLst>
      <p:ext uri="{BB962C8B-B14F-4D97-AF65-F5344CB8AC3E}">
        <p14:creationId xmlns:p14="http://schemas.microsoft.com/office/powerpoint/2010/main" val="1398065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dirty="0"/>
              <a:t>MMS Location</a:t>
            </a:r>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a:xfrm>
            <a:off x="838200" y="1507787"/>
            <a:ext cx="10515600" cy="4934202"/>
          </a:xfrm>
        </p:spPr>
        <p:txBody>
          <a:bodyPr vert="horz" lIns="91440" tIns="45720" rIns="91440" bIns="45720" rtlCol="0" anchor="t">
            <a:normAutofit fontScale="92500"/>
          </a:bodyPr>
          <a:lstStyle/>
          <a:p>
            <a:r>
              <a:rPr lang="en-US" dirty="0"/>
              <a:t>Mostly on the 2nd floor of the MOA/Radisson Blu location</a:t>
            </a:r>
          </a:p>
          <a:p>
            <a:pPr lvl="1"/>
            <a:r>
              <a:rPr lang="en-US" dirty="0"/>
              <a:t>The Nokomis session rooms are on the 3</a:t>
            </a:r>
            <a:r>
              <a:rPr lang="en-US" baseline="30000" dirty="0"/>
              <a:t>rd</a:t>
            </a:r>
            <a:r>
              <a:rPr lang="en-US" dirty="0"/>
              <a:t> floor by the room elevators</a:t>
            </a:r>
          </a:p>
          <a:p>
            <a:r>
              <a:rPr lang="en-US" dirty="0"/>
              <a:t>The expo hall is in the sky bridge next to the escalator</a:t>
            </a:r>
          </a:p>
          <a:p>
            <a:pPr lvl="1"/>
            <a:r>
              <a:rPr lang="en-US" dirty="0"/>
              <a:t>Stop by to visit with the vendors and thank them for their participation and sponsorship. They might award you with a prize card for your interaction</a:t>
            </a:r>
            <a:endParaRPr lang="en-US" dirty="0">
              <a:ea typeface="Calibri"/>
              <a:cs typeface="Calibri"/>
            </a:endParaRPr>
          </a:p>
          <a:p>
            <a:r>
              <a:rPr lang="en-US" dirty="0"/>
              <a:t>Registration is in the foyer outside the Lakes ballrooms</a:t>
            </a:r>
          </a:p>
          <a:p>
            <a:pPr lvl="1"/>
            <a:r>
              <a:rPr lang="en-US" dirty="0"/>
              <a:t>Just past the expo hall over the sky bridge</a:t>
            </a:r>
          </a:p>
          <a:p>
            <a:r>
              <a:rPr lang="en-US" dirty="0"/>
              <a:t>Expect that all event rooms will be a little chilly from air conditioning</a:t>
            </a:r>
          </a:p>
          <a:p>
            <a:pPr lvl="1"/>
            <a:r>
              <a:rPr lang="en-US" dirty="0"/>
              <a:t>Has always been that way in previous years, so prepare for it (think layers)</a:t>
            </a:r>
          </a:p>
          <a:p>
            <a:r>
              <a:rPr lang="en-US" dirty="0"/>
              <a:t>Don’t expect power outlets in the session rooms</a:t>
            </a:r>
          </a:p>
          <a:p>
            <a:pPr lvl="1"/>
            <a:r>
              <a:rPr lang="en-US" dirty="0"/>
              <a:t>We want you paying attention to the presentations as well as the Q&amp;A instead of answering emails!</a:t>
            </a:r>
          </a:p>
        </p:txBody>
      </p:sp>
    </p:spTree>
    <p:extLst>
      <p:ext uri="{BB962C8B-B14F-4D97-AF65-F5344CB8AC3E}">
        <p14:creationId xmlns:p14="http://schemas.microsoft.com/office/powerpoint/2010/main" val="146800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dirty="0"/>
              <a:t>MMS Map</a:t>
            </a:r>
          </a:p>
        </p:txBody>
      </p:sp>
      <p:pic>
        <p:nvPicPr>
          <p:cNvPr id="7" name="Picture 6">
            <a:extLst>
              <a:ext uri="{FF2B5EF4-FFF2-40B4-BE49-F238E27FC236}">
                <a16:creationId xmlns:a16="http://schemas.microsoft.com/office/drawing/2014/main" id="{9C41D523-7F25-0EB7-DA9C-82851D3E4BBE}"/>
              </a:ext>
            </a:extLst>
          </p:cNvPr>
          <p:cNvPicPr>
            <a:picLocks noChangeAspect="1"/>
          </p:cNvPicPr>
          <p:nvPr/>
        </p:nvPicPr>
        <p:blipFill>
          <a:blip r:embed="rId2"/>
          <a:stretch>
            <a:fillRect/>
          </a:stretch>
        </p:blipFill>
        <p:spPr>
          <a:xfrm>
            <a:off x="1806497" y="1507787"/>
            <a:ext cx="8294524" cy="5062512"/>
          </a:xfrm>
          <a:prstGeom prst="rect">
            <a:avLst/>
          </a:prstGeom>
        </p:spPr>
      </p:pic>
    </p:spTree>
    <p:extLst>
      <p:ext uri="{BB962C8B-B14F-4D97-AF65-F5344CB8AC3E}">
        <p14:creationId xmlns:p14="http://schemas.microsoft.com/office/powerpoint/2010/main" val="57868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dirty="0"/>
              <a:t>MMS Logistics</a:t>
            </a:r>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lstStyle/>
          <a:p>
            <a:r>
              <a:rPr lang="en-US" dirty="0"/>
              <a:t>What you need to know about the event and navigating it</a:t>
            </a:r>
          </a:p>
        </p:txBody>
      </p:sp>
    </p:spTree>
    <p:extLst>
      <p:ext uri="{BB962C8B-B14F-4D97-AF65-F5344CB8AC3E}">
        <p14:creationId xmlns:p14="http://schemas.microsoft.com/office/powerpoint/2010/main" val="2210703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1E82-30F4-2928-08F6-2DC9D8A2ABB9}"/>
              </a:ext>
            </a:extLst>
          </p:cNvPr>
          <p:cNvSpPr>
            <a:spLocks noGrp="1"/>
          </p:cNvSpPr>
          <p:nvPr>
            <p:ph type="title"/>
          </p:nvPr>
        </p:nvSpPr>
        <p:spPr/>
        <p:txBody>
          <a:bodyPr/>
          <a:lstStyle/>
          <a:p>
            <a:r>
              <a:rPr lang="en-US" dirty="0"/>
              <a:t>New This Year</a:t>
            </a:r>
          </a:p>
        </p:txBody>
      </p:sp>
      <p:sp>
        <p:nvSpPr>
          <p:cNvPr id="3" name="Content Placeholder 2">
            <a:extLst>
              <a:ext uri="{FF2B5EF4-FFF2-40B4-BE49-F238E27FC236}">
                <a16:creationId xmlns:a16="http://schemas.microsoft.com/office/drawing/2014/main" id="{79AAE989-1F8D-9D70-E7D1-A9433177B2B5}"/>
              </a:ext>
            </a:extLst>
          </p:cNvPr>
          <p:cNvSpPr>
            <a:spLocks noGrp="1"/>
          </p:cNvSpPr>
          <p:nvPr>
            <p:ph idx="1"/>
          </p:nvPr>
        </p:nvSpPr>
        <p:spPr/>
        <p:txBody>
          <a:bodyPr>
            <a:normAutofit fontScale="92500" lnSpcReduction="20000"/>
          </a:bodyPr>
          <a:lstStyle/>
          <a:p>
            <a:r>
              <a:rPr lang="en-US" dirty="0"/>
              <a:t>More Happy Hour sessions</a:t>
            </a:r>
          </a:p>
          <a:p>
            <a:pPr lvl="1"/>
            <a:r>
              <a:rPr lang="en-US" dirty="0"/>
              <a:t>With a couple of larger ones that previous years</a:t>
            </a:r>
          </a:p>
          <a:p>
            <a:r>
              <a:rPr lang="en-US" dirty="0"/>
              <a:t>Drink Coins are now Drink Cards</a:t>
            </a:r>
          </a:p>
          <a:p>
            <a:pPr lvl="1"/>
            <a:r>
              <a:rPr lang="en-US" dirty="0"/>
              <a:t>More on Drink Cards later in this presentation</a:t>
            </a:r>
          </a:p>
          <a:p>
            <a:r>
              <a:rPr lang="en-US" dirty="0"/>
              <a:t>Special networking games</a:t>
            </a:r>
          </a:p>
          <a:p>
            <a:pPr lvl="1"/>
            <a:r>
              <a:rPr lang="en-US" dirty="0"/>
              <a:t>Escape Rooms</a:t>
            </a:r>
          </a:p>
          <a:p>
            <a:pPr lvl="1"/>
            <a:r>
              <a:rPr lang="en-US" dirty="0"/>
              <a:t>Great Big Game Show</a:t>
            </a:r>
          </a:p>
          <a:p>
            <a:r>
              <a:rPr lang="en-US" dirty="0"/>
              <a:t>Career connections</a:t>
            </a:r>
          </a:p>
          <a:p>
            <a:pPr lvl="1"/>
            <a:r>
              <a:rPr lang="en-US" dirty="0"/>
              <a:t>Special 20 minute 1:1 time to chat about careers</a:t>
            </a:r>
          </a:p>
          <a:p>
            <a:r>
              <a:rPr lang="en-US" dirty="0"/>
              <a:t>MMS Newsletter </a:t>
            </a:r>
          </a:p>
          <a:p>
            <a:pPr lvl="1"/>
            <a:r>
              <a:rPr lang="en-US" dirty="0"/>
              <a:t>Optional subscription</a:t>
            </a:r>
          </a:p>
          <a:p>
            <a:r>
              <a:rPr lang="en-US" dirty="0"/>
              <a:t>Sponsor Spotlights</a:t>
            </a:r>
          </a:p>
          <a:p>
            <a:pPr lvl="1"/>
            <a:r>
              <a:rPr lang="en-US" dirty="0"/>
              <a:t>Special sponsor presentations in the Lakes foyer</a:t>
            </a:r>
          </a:p>
        </p:txBody>
      </p:sp>
    </p:spTree>
    <p:extLst>
      <p:ext uri="{BB962C8B-B14F-4D97-AF65-F5344CB8AC3E}">
        <p14:creationId xmlns:p14="http://schemas.microsoft.com/office/powerpoint/2010/main" val="2963812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MMS Events</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40"/>
            <a:ext cx="9656181" cy="4669176"/>
          </a:xfrm>
        </p:spPr>
        <p:txBody>
          <a:bodyPr>
            <a:normAutofit/>
          </a:bodyPr>
          <a:lstStyle/>
          <a:p>
            <a:r>
              <a:rPr lang="en-US" dirty="0"/>
              <a:t>The Welcome Reception is Sunday at 5:00pm</a:t>
            </a:r>
          </a:p>
          <a:p>
            <a:pPr lvl="1"/>
            <a:r>
              <a:rPr lang="en-US" dirty="0"/>
              <a:t>Different events, games and food in each of the MMS session rooms</a:t>
            </a:r>
          </a:p>
          <a:p>
            <a:pPr lvl="1"/>
            <a:r>
              <a:rPr lang="en-US" dirty="0"/>
              <a:t>This will help familiarize you with the room locations</a:t>
            </a:r>
          </a:p>
          <a:p>
            <a:pPr lvl="1"/>
            <a:r>
              <a:rPr lang="en-US" dirty="0"/>
              <a:t>This will also help spread out the crowd for easier networking</a:t>
            </a:r>
          </a:p>
          <a:p>
            <a:pPr lvl="1"/>
            <a:r>
              <a:rPr lang="en-US" dirty="0"/>
              <a:t>Can sign up for Fishing Sessions by finding me</a:t>
            </a:r>
          </a:p>
          <a:p>
            <a:r>
              <a:rPr lang="en-US" dirty="0"/>
              <a:t>Disc golf lessons for beginners are available Sunday as well as Monday through Thursday evenings</a:t>
            </a:r>
          </a:p>
          <a:p>
            <a:pPr lvl="1"/>
            <a:r>
              <a:rPr lang="en-US" dirty="0"/>
              <a:t>At a local course about a mile from the MOA</a:t>
            </a:r>
          </a:p>
          <a:p>
            <a:r>
              <a:rPr lang="en-US" dirty="0"/>
              <a:t>Some sponsors have parties during the evenings also</a:t>
            </a:r>
          </a:p>
        </p:txBody>
      </p:sp>
    </p:spTree>
    <p:extLst>
      <p:ext uri="{BB962C8B-B14F-4D97-AF65-F5344CB8AC3E}">
        <p14:creationId xmlns:p14="http://schemas.microsoft.com/office/powerpoint/2010/main" val="4082620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MMS Welcome Reception</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39"/>
            <a:ext cx="9656181" cy="5094265"/>
          </a:xfrm>
        </p:spPr>
        <p:txBody>
          <a:bodyPr vert="horz" lIns="91440" tIns="45720" rIns="91440" bIns="45720" rtlCol="0" anchor="t">
            <a:normAutofit/>
          </a:bodyPr>
          <a:lstStyle/>
          <a:p>
            <a:r>
              <a:rPr lang="en-US" dirty="0"/>
              <a:t>Different food/activity in each MMS session room</a:t>
            </a:r>
          </a:p>
          <a:p>
            <a:pPr lvl="1"/>
            <a:r>
              <a:rPr lang="en-US" dirty="0"/>
              <a:t>Lakes Foyer – Bar and heavy food</a:t>
            </a:r>
          </a:p>
          <a:p>
            <a:pPr lvl="1"/>
            <a:r>
              <a:rPr lang="en-US" dirty="0"/>
              <a:t>Lakes A – Steve </a:t>
            </a:r>
            <a:r>
              <a:rPr lang="en-US" dirty="0" err="1"/>
              <a:t>Jesok</a:t>
            </a:r>
            <a:r>
              <a:rPr lang="en-US" dirty="0"/>
              <a:t> Band – The Mystery Muffins</a:t>
            </a:r>
            <a:endParaRPr lang="en-US" dirty="0">
              <a:ea typeface="Calibri"/>
              <a:cs typeface="Calibri"/>
            </a:endParaRPr>
          </a:p>
          <a:p>
            <a:pPr lvl="1"/>
            <a:r>
              <a:rPr lang="en-US" dirty="0"/>
              <a:t>Lakes B – TBA</a:t>
            </a:r>
          </a:p>
          <a:p>
            <a:pPr lvl="1"/>
            <a:r>
              <a:rPr lang="en-US" dirty="0"/>
              <a:t>Lakes CD – Head Shots (all day) and food</a:t>
            </a:r>
            <a:endParaRPr lang="en-US" dirty="0">
              <a:cs typeface="Calibri"/>
            </a:endParaRPr>
          </a:p>
          <a:p>
            <a:pPr lvl="1"/>
            <a:r>
              <a:rPr lang="en-US" dirty="0"/>
              <a:t>Harriett – Minnesota tasting stations</a:t>
            </a:r>
          </a:p>
          <a:p>
            <a:pPr lvl="1"/>
            <a:r>
              <a:rPr lang="en-US" dirty="0"/>
              <a:t>Minnetonka Foyer – Bar</a:t>
            </a:r>
            <a:endParaRPr lang="en-US" dirty="0">
              <a:ea typeface="Calibri"/>
              <a:cs typeface="Calibri"/>
            </a:endParaRPr>
          </a:p>
          <a:p>
            <a:pPr lvl="1"/>
            <a:r>
              <a:rPr lang="en-US" dirty="0"/>
              <a:t>Minnetonka A – Big Brothers Big Sisters</a:t>
            </a:r>
            <a:endParaRPr lang="en-US" dirty="0">
              <a:ea typeface="Calibri" panose="020F0502020204030204"/>
              <a:cs typeface="Calibri" panose="020F0502020204030204"/>
            </a:endParaRPr>
          </a:p>
          <a:p>
            <a:pPr lvl="1"/>
            <a:r>
              <a:rPr lang="en-US" dirty="0"/>
              <a:t>Minnetonka BC – Jazz trio and desert lounge/coffee</a:t>
            </a:r>
            <a:endParaRPr lang="en-US" dirty="0">
              <a:ea typeface="Calibri"/>
              <a:cs typeface="Calibri"/>
            </a:endParaRPr>
          </a:p>
          <a:p>
            <a:pPr lvl="1"/>
            <a:r>
              <a:rPr lang="en-US" dirty="0"/>
              <a:t>Cedar – Oversized games</a:t>
            </a:r>
            <a:endParaRPr lang="en-US" dirty="0">
              <a:cs typeface="Calibri"/>
            </a:endParaRPr>
          </a:p>
          <a:p>
            <a:pPr lvl="1"/>
            <a:r>
              <a:rPr lang="en-US" dirty="0"/>
              <a:t>Nokomis – MMS video montage</a:t>
            </a:r>
            <a:endParaRPr lang="en-US" dirty="0">
              <a:ea typeface="Calibri"/>
              <a:cs typeface="Calibri"/>
            </a:endParaRPr>
          </a:p>
        </p:txBody>
      </p:sp>
    </p:spTree>
    <p:extLst>
      <p:ext uri="{BB962C8B-B14F-4D97-AF65-F5344CB8AC3E}">
        <p14:creationId xmlns:p14="http://schemas.microsoft.com/office/powerpoint/2010/main" val="4294568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MMS Sessions</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86621"/>
            <a:ext cx="9656181" cy="4902134"/>
          </a:xfrm>
        </p:spPr>
        <p:txBody>
          <a:bodyPr vert="horz" lIns="91440" tIns="45720" rIns="91440" bIns="45720" rtlCol="0" anchor="t">
            <a:normAutofit lnSpcReduction="10000"/>
          </a:bodyPr>
          <a:lstStyle/>
          <a:p>
            <a:r>
              <a:rPr lang="en-US" dirty="0"/>
              <a:t>Sessions start each day at 8:00am</a:t>
            </a:r>
          </a:p>
          <a:p>
            <a:r>
              <a:rPr lang="en-US" dirty="0"/>
              <a:t>Up to eight unique sessions to choose from</a:t>
            </a:r>
            <a:endParaRPr lang="en-US" dirty="0">
              <a:cs typeface="Calibri"/>
            </a:endParaRPr>
          </a:p>
          <a:p>
            <a:pPr lvl="1"/>
            <a:r>
              <a:rPr lang="en-US" dirty="0"/>
              <a:t>We recommend that you attend what you registered for</a:t>
            </a:r>
          </a:p>
          <a:p>
            <a:pPr lvl="1"/>
            <a:r>
              <a:rPr lang="en-US" dirty="0"/>
              <a:t>However, if your session doesn’t meet your needs, feel free to leave and attend another (if there is space available)</a:t>
            </a:r>
          </a:p>
          <a:p>
            <a:r>
              <a:rPr lang="en-US" dirty="0"/>
              <a:t>Unlike most events you may have attended, our sessions are 1:45 in length</a:t>
            </a:r>
          </a:p>
          <a:p>
            <a:pPr lvl="1"/>
            <a:r>
              <a:rPr lang="en-US" dirty="0"/>
              <a:t>60-75 minutes of presentation/demo time</a:t>
            </a:r>
          </a:p>
          <a:p>
            <a:pPr lvl="1"/>
            <a:r>
              <a:rPr lang="en-US" dirty="0"/>
              <a:t>The remainder is extended Q&amp;A time for you to ask questions, offer suggestions/answers, network with other attendees as well as the experts on stage. Drink cards awarded for great questions</a:t>
            </a:r>
            <a:endParaRPr lang="en-US" dirty="0">
              <a:ea typeface="Calibri"/>
              <a:cs typeface="Calibri"/>
            </a:endParaRPr>
          </a:p>
          <a:p>
            <a:r>
              <a:rPr lang="en-US" dirty="0"/>
              <a:t>The final session of each day is a Happy Hour session</a:t>
            </a:r>
          </a:p>
          <a:p>
            <a:pPr lvl="1"/>
            <a:r>
              <a:rPr lang="en-US" dirty="0"/>
              <a:t>Use drink cards or purchase your beverage at the bars</a:t>
            </a:r>
            <a:endParaRPr lang="en-US" dirty="0">
              <a:cs typeface="Calibri"/>
            </a:endParaRPr>
          </a:p>
        </p:txBody>
      </p:sp>
    </p:spTree>
    <p:extLst>
      <p:ext uri="{BB962C8B-B14F-4D97-AF65-F5344CB8AC3E}">
        <p14:creationId xmlns:p14="http://schemas.microsoft.com/office/powerpoint/2010/main" val="72056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MMS Sessions </a:t>
            </a:r>
            <a:r>
              <a:rPr lang="en-US" sz="3200" dirty="0"/>
              <a:t>(2)</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40"/>
            <a:ext cx="9656181" cy="4669176"/>
          </a:xfrm>
        </p:spPr>
        <p:txBody>
          <a:bodyPr vert="horz" lIns="91440" tIns="45720" rIns="91440" bIns="45720" rtlCol="0" anchor="t">
            <a:normAutofit fontScale="92500"/>
          </a:bodyPr>
          <a:lstStyle/>
          <a:p>
            <a:r>
              <a:rPr lang="en-US" dirty="0"/>
              <a:t>There may be some lunch sessions each day at 12:00</a:t>
            </a:r>
          </a:p>
          <a:p>
            <a:pPr lvl="1"/>
            <a:r>
              <a:rPr lang="en-US" dirty="0"/>
              <a:t>This is the ‘official’ lunch break, however, since you are on your own for lunch, you can head out to the mall (or elsewhere) whenever you want</a:t>
            </a:r>
          </a:p>
          <a:p>
            <a:r>
              <a:rPr lang="en-US" dirty="0"/>
              <a:t>Coffee and snacks will be provided in the expo hall each morning and afternoon</a:t>
            </a:r>
          </a:p>
          <a:p>
            <a:r>
              <a:rPr lang="en-US" dirty="0"/>
              <a:t>The expo hall is open before sessions start each day, and run through the end of sessions each day</a:t>
            </a:r>
          </a:p>
          <a:p>
            <a:pPr lvl="1"/>
            <a:r>
              <a:rPr lang="en-US" dirty="0">
                <a:cs typeface="Calibri"/>
              </a:rPr>
              <a:t>Sponsors may also have their own throughout the week</a:t>
            </a:r>
          </a:p>
          <a:p>
            <a:r>
              <a:rPr lang="en-US" dirty="0"/>
              <a:t>The final sessions end Thursday around 6:30pm</a:t>
            </a:r>
          </a:p>
          <a:p>
            <a:r>
              <a:rPr lang="en-US" dirty="0">
                <a:cs typeface="Calibri" panose="020F0502020204030204"/>
              </a:rPr>
              <a:t>Please submit session feedback once the session has ended</a:t>
            </a:r>
          </a:p>
          <a:p>
            <a:pPr lvl="1"/>
            <a:r>
              <a:rPr lang="en-US" dirty="0">
                <a:cs typeface="Calibri" panose="020F0502020204030204"/>
              </a:rPr>
              <a:t>Can only do so if you have registered for that session</a:t>
            </a:r>
          </a:p>
          <a:p>
            <a:endParaRPr lang="en-US" dirty="0">
              <a:cs typeface="Calibri" panose="020F0502020204030204"/>
            </a:endParaRPr>
          </a:p>
        </p:txBody>
      </p:sp>
    </p:spTree>
    <p:extLst>
      <p:ext uri="{BB962C8B-B14F-4D97-AF65-F5344CB8AC3E}">
        <p14:creationId xmlns:p14="http://schemas.microsoft.com/office/powerpoint/2010/main" val="1803319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Fishing Sessions</a:t>
            </a:r>
            <a:endParaRPr lang="en-US" sz="3200" dirty="0"/>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40"/>
            <a:ext cx="9656181" cy="4979822"/>
          </a:xfrm>
        </p:spPr>
        <p:txBody>
          <a:bodyPr vert="horz" lIns="91440" tIns="45720" rIns="91440" bIns="45720" rtlCol="0" anchor="t">
            <a:normAutofit/>
          </a:bodyPr>
          <a:lstStyle/>
          <a:p>
            <a:r>
              <a:rPr lang="en-US" dirty="0"/>
              <a:t>There will be Fishing sessions for you to visit with Microsoft or Speakers</a:t>
            </a:r>
          </a:p>
          <a:p>
            <a:pPr lvl="1"/>
            <a:r>
              <a:rPr lang="en-US" dirty="0"/>
              <a:t>These have been extremely popular at previous MMS events</a:t>
            </a:r>
          </a:p>
          <a:p>
            <a:pPr lvl="2"/>
            <a:r>
              <a:rPr lang="en-US" dirty="0"/>
              <a:t>They always result in some features/updates driven into the product as a result of your feedback</a:t>
            </a:r>
          </a:p>
          <a:p>
            <a:pPr lvl="1"/>
            <a:r>
              <a:rPr lang="en-US" dirty="0"/>
              <a:t>You will be able to sign up for 20-minute discussions/chats with either the product group or speakers assigned to specific slots</a:t>
            </a:r>
          </a:p>
          <a:p>
            <a:pPr lvl="1"/>
            <a:r>
              <a:rPr lang="en-US" dirty="0"/>
              <a:t>They will run during normal session times – SHOW UP for what you register for!</a:t>
            </a:r>
          </a:p>
          <a:p>
            <a:pPr lvl="2"/>
            <a:r>
              <a:rPr lang="en-US" dirty="0"/>
              <a:t>Snacks and drinks will be available</a:t>
            </a:r>
          </a:p>
          <a:p>
            <a:pPr lvl="2"/>
            <a:r>
              <a:rPr lang="en-US" dirty="0">
                <a:ea typeface="Calibri" panose="020F0502020204030204"/>
                <a:cs typeface="Calibri" panose="020F0502020204030204"/>
              </a:rPr>
              <a:t>Speakers understand that Fishing Sessions run during their session and that you might have to leave for a while and return. They won't be offended!</a:t>
            </a:r>
          </a:p>
        </p:txBody>
      </p:sp>
    </p:spTree>
    <p:extLst>
      <p:ext uri="{BB962C8B-B14F-4D97-AF65-F5344CB8AC3E}">
        <p14:creationId xmlns:p14="http://schemas.microsoft.com/office/powerpoint/2010/main" val="221884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Fishing Sessions </a:t>
            </a:r>
            <a:r>
              <a:rPr lang="en-US" sz="3200" dirty="0"/>
              <a:t>(2)</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40"/>
            <a:ext cx="9656181" cy="4979822"/>
          </a:xfrm>
        </p:spPr>
        <p:txBody>
          <a:bodyPr vert="horz" lIns="91440" tIns="45720" rIns="91440" bIns="45720" rtlCol="0" anchor="t">
            <a:normAutofit/>
          </a:bodyPr>
          <a:lstStyle/>
          <a:p>
            <a:r>
              <a:rPr lang="en-US" dirty="0"/>
              <a:t>There will be one Microsoft tent where the product group will focus on the product</a:t>
            </a:r>
          </a:p>
          <a:p>
            <a:pPr lvl="1"/>
            <a:r>
              <a:rPr lang="en-US" dirty="0"/>
              <a:t>Bring your laptop to show your concerns/requests</a:t>
            </a:r>
            <a:endParaRPr lang="en-US" dirty="0">
              <a:cs typeface="Calibri"/>
            </a:endParaRPr>
          </a:p>
          <a:p>
            <a:r>
              <a:rPr lang="en-US" dirty="0"/>
              <a:t>The two Speaker tents are ‘anything goes’ format – with specific speakers assigned to specific sessions</a:t>
            </a:r>
            <a:endParaRPr lang="en-US" dirty="0">
              <a:cs typeface="Calibri"/>
            </a:endParaRPr>
          </a:p>
          <a:p>
            <a:r>
              <a:rPr lang="en-US" dirty="0"/>
              <a:t>Can only sign up for one Fishing session initially (find me!)</a:t>
            </a:r>
            <a:endParaRPr lang="en-US" dirty="0">
              <a:cs typeface="Calibri"/>
            </a:endParaRPr>
          </a:p>
          <a:p>
            <a:r>
              <a:rPr lang="en-US" dirty="0">
                <a:hlinkClick r:id="rId2"/>
              </a:rPr>
              <a:t>MMS - Midwest Management Summit - MMS Fishing Sessions</a:t>
            </a:r>
            <a:endParaRPr lang="en-US" dirty="0">
              <a:cs typeface="Calibri"/>
              <a:hlinkClick r:id="rId3"/>
            </a:endParaRPr>
          </a:p>
        </p:txBody>
      </p:sp>
    </p:spTree>
    <p:extLst>
      <p:ext uri="{BB962C8B-B14F-4D97-AF65-F5344CB8AC3E}">
        <p14:creationId xmlns:p14="http://schemas.microsoft.com/office/powerpoint/2010/main" val="2720291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7C4865-A8EA-DE9B-A9E4-A479B9FE528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165170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65EA-31E7-49F8-D443-B26CACE04939}"/>
              </a:ext>
            </a:extLst>
          </p:cNvPr>
          <p:cNvSpPr>
            <a:spLocks noGrp="1"/>
          </p:cNvSpPr>
          <p:nvPr>
            <p:ph type="title"/>
          </p:nvPr>
        </p:nvSpPr>
        <p:spPr>
          <a:xfrm>
            <a:off x="838200" y="365126"/>
            <a:ext cx="10515600" cy="792466"/>
          </a:xfrm>
        </p:spPr>
        <p:txBody>
          <a:bodyPr anchor="ctr">
            <a:normAutofit/>
          </a:bodyPr>
          <a:lstStyle/>
          <a:p>
            <a:r>
              <a:rPr lang="en-US" dirty="0"/>
              <a:t>MMS Cards</a:t>
            </a:r>
          </a:p>
        </p:txBody>
      </p:sp>
      <p:sp>
        <p:nvSpPr>
          <p:cNvPr id="3" name="Content Placeholder 2">
            <a:extLst>
              <a:ext uri="{FF2B5EF4-FFF2-40B4-BE49-F238E27FC236}">
                <a16:creationId xmlns:a16="http://schemas.microsoft.com/office/drawing/2014/main" id="{F884C1E1-DE93-0A5E-B98D-22B4BBD5AF2F}"/>
              </a:ext>
            </a:extLst>
          </p:cNvPr>
          <p:cNvSpPr>
            <a:spLocks noGrp="1"/>
          </p:cNvSpPr>
          <p:nvPr>
            <p:ph sz="half" idx="1"/>
          </p:nvPr>
        </p:nvSpPr>
        <p:spPr>
          <a:xfrm>
            <a:off x="648760" y="1486228"/>
            <a:ext cx="6901405" cy="4701845"/>
          </a:xfrm>
        </p:spPr>
        <p:txBody>
          <a:bodyPr vert="horz" lIns="91440" tIns="45720" rIns="91440" bIns="45720" rtlCol="0" anchor="t">
            <a:normAutofit fontScale="92500" lnSpcReduction="20000"/>
          </a:bodyPr>
          <a:lstStyle/>
          <a:p>
            <a:r>
              <a:rPr lang="en-US" dirty="0"/>
              <a:t>Earn drink cards by:</a:t>
            </a:r>
          </a:p>
          <a:p>
            <a:pPr lvl="1"/>
            <a:r>
              <a:rPr lang="en-US" dirty="0"/>
              <a:t>Completing registration</a:t>
            </a:r>
          </a:p>
          <a:p>
            <a:pPr lvl="1"/>
            <a:r>
              <a:rPr lang="en-US" dirty="0"/>
              <a:t>Completing your Welcome Reception passport</a:t>
            </a:r>
            <a:endParaRPr lang="en-US" dirty="0">
              <a:ea typeface="Calibri"/>
              <a:cs typeface="Calibri"/>
            </a:endParaRPr>
          </a:p>
          <a:p>
            <a:pPr lvl="1"/>
            <a:r>
              <a:rPr lang="en-US" dirty="0"/>
              <a:t>Asking good questions in sessions</a:t>
            </a:r>
            <a:endParaRPr lang="en-US" dirty="0">
              <a:cs typeface="Calibri"/>
            </a:endParaRPr>
          </a:p>
          <a:p>
            <a:pPr lvl="1"/>
            <a:r>
              <a:rPr lang="en-US" dirty="0"/>
              <a:t>Engaging with speakers</a:t>
            </a:r>
            <a:endParaRPr lang="en-US" dirty="0">
              <a:cs typeface="Calibri"/>
            </a:endParaRPr>
          </a:p>
          <a:p>
            <a:pPr lvl="1"/>
            <a:r>
              <a:rPr lang="en-US" dirty="0"/>
              <a:t>Signing up for a Fishing Session</a:t>
            </a:r>
            <a:endParaRPr lang="en-US" dirty="0">
              <a:cs typeface="Calibri" panose="020F0502020204030204"/>
            </a:endParaRPr>
          </a:p>
          <a:p>
            <a:pPr lvl="1"/>
            <a:r>
              <a:rPr lang="en-US" dirty="0"/>
              <a:t>Doing an interview with Sam</a:t>
            </a:r>
          </a:p>
          <a:p>
            <a:r>
              <a:rPr lang="en-US" dirty="0"/>
              <a:t>Earn prize cards by talking to sponsors</a:t>
            </a:r>
            <a:endParaRPr lang="en-US" dirty="0">
              <a:cs typeface="Calibri"/>
            </a:endParaRPr>
          </a:p>
          <a:p>
            <a:pPr lvl="1"/>
            <a:r>
              <a:rPr lang="en-US" dirty="0">
                <a:cs typeface="Calibri"/>
              </a:rPr>
              <a:t>Exchange for prizes at registration desk</a:t>
            </a:r>
          </a:p>
          <a:p>
            <a:pPr lvl="1"/>
            <a:r>
              <a:rPr lang="en-US" dirty="0"/>
              <a:t>Extra Fishing Sessions, prizes, FireLake cards</a:t>
            </a:r>
            <a:endParaRPr lang="en-US" dirty="0">
              <a:cs typeface="Calibri"/>
            </a:endParaRPr>
          </a:p>
          <a:p>
            <a:r>
              <a:rPr lang="en-US" dirty="0">
                <a:cs typeface="Calibri"/>
              </a:rPr>
              <a:t>Special cards get you into a raffle</a:t>
            </a:r>
          </a:p>
          <a:p>
            <a:pPr lvl="1"/>
            <a:r>
              <a:rPr lang="en-US" dirty="0">
                <a:cs typeface="Calibri"/>
              </a:rPr>
              <a:t>Special prizes – MMS pass, phone, earbuds</a:t>
            </a:r>
          </a:p>
          <a:p>
            <a:pPr lvl="1"/>
            <a:r>
              <a:rPr lang="en-US" dirty="0">
                <a:cs typeface="Calibri"/>
              </a:rPr>
              <a:t>Can also get entered into the raffle by donating to our event charity – Big Brothers and Big Sisters Twin Cities</a:t>
            </a:r>
          </a:p>
          <a:p>
            <a:pPr lvl="1"/>
            <a:endParaRPr lang="en-US" sz="2800" dirty="0"/>
          </a:p>
        </p:txBody>
      </p:sp>
      <p:pic>
        <p:nvPicPr>
          <p:cNvPr id="5" name="Picture 4">
            <a:extLst>
              <a:ext uri="{FF2B5EF4-FFF2-40B4-BE49-F238E27FC236}">
                <a16:creationId xmlns:a16="http://schemas.microsoft.com/office/drawing/2014/main" id="{754DA1A4-62F3-A300-31EF-5A9556C5A4A7}"/>
              </a:ext>
            </a:extLst>
          </p:cNvPr>
          <p:cNvPicPr>
            <a:picLocks noChangeAspect="1"/>
          </p:cNvPicPr>
          <p:nvPr/>
        </p:nvPicPr>
        <p:blipFill>
          <a:blip r:embed="rId2"/>
          <a:stretch>
            <a:fillRect/>
          </a:stretch>
        </p:blipFill>
        <p:spPr>
          <a:xfrm>
            <a:off x="8262337" y="1625508"/>
            <a:ext cx="2546585" cy="1626762"/>
          </a:xfrm>
          <a:prstGeom prst="rect">
            <a:avLst/>
          </a:prstGeom>
        </p:spPr>
      </p:pic>
      <p:pic>
        <p:nvPicPr>
          <p:cNvPr id="9" name="Picture 8">
            <a:extLst>
              <a:ext uri="{FF2B5EF4-FFF2-40B4-BE49-F238E27FC236}">
                <a16:creationId xmlns:a16="http://schemas.microsoft.com/office/drawing/2014/main" id="{15A615C7-09CC-934D-2774-DC273ABF2135}"/>
              </a:ext>
            </a:extLst>
          </p:cNvPr>
          <p:cNvPicPr>
            <a:picLocks noChangeAspect="1"/>
          </p:cNvPicPr>
          <p:nvPr/>
        </p:nvPicPr>
        <p:blipFill>
          <a:blip r:embed="rId3"/>
          <a:stretch>
            <a:fillRect/>
          </a:stretch>
        </p:blipFill>
        <p:spPr>
          <a:xfrm>
            <a:off x="8262337" y="3307089"/>
            <a:ext cx="2546585" cy="1644923"/>
          </a:xfrm>
          <a:prstGeom prst="rect">
            <a:avLst/>
          </a:prstGeom>
        </p:spPr>
      </p:pic>
      <p:pic>
        <p:nvPicPr>
          <p:cNvPr id="12" name="Picture 11">
            <a:extLst>
              <a:ext uri="{FF2B5EF4-FFF2-40B4-BE49-F238E27FC236}">
                <a16:creationId xmlns:a16="http://schemas.microsoft.com/office/drawing/2014/main" id="{89E995E4-2A89-DD91-4100-7F0BC6752386}"/>
              </a:ext>
            </a:extLst>
          </p:cNvPr>
          <p:cNvPicPr>
            <a:picLocks noChangeAspect="1"/>
          </p:cNvPicPr>
          <p:nvPr/>
        </p:nvPicPr>
        <p:blipFill>
          <a:blip r:embed="rId4"/>
          <a:stretch>
            <a:fillRect/>
          </a:stretch>
        </p:blipFill>
        <p:spPr>
          <a:xfrm>
            <a:off x="8262337" y="5006831"/>
            <a:ext cx="2585569" cy="1633423"/>
          </a:xfrm>
          <a:prstGeom prst="rect">
            <a:avLst/>
          </a:prstGeom>
        </p:spPr>
      </p:pic>
    </p:spTree>
    <p:extLst>
      <p:ext uri="{BB962C8B-B14F-4D97-AF65-F5344CB8AC3E}">
        <p14:creationId xmlns:p14="http://schemas.microsoft.com/office/powerpoint/2010/main" val="394633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D73D28-962F-8E43-5907-544A140D2750}"/>
              </a:ext>
            </a:extLst>
          </p:cNvPr>
          <p:cNvSpPr>
            <a:spLocks noGrp="1"/>
          </p:cNvSpPr>
          <p:nvPr>
            <p:ph type="title"/>
          </p:nvPr>
        </p:nvSpPr>
        <p:spPr/>
        <p:txBody>
          <a:bodyPr/>
          <a:lstStyle/>
          <a:p>
            <a:r>
              <a:rPr lang="en-US" dirty="0"/>
              <a:t>MMS Future Dates</a:t>
            </a:r>
          </a:p>
        </p:txBody>
      </p:sp>
      <p:sp>
        <p:nvSpPr>
          <p:cNvPr id="5" name="Text Placeholder 4">
            <a:extLst>
              <a:ext uri="{FF2B5EF4-FFF2-40B4-BE49-F238E27FC236}">
                <a16:creationId xmlns:a16="http://schemas.microsoft.com/office/drawing/2014/main" id="{3B30A130-0D00-7790-26E9-044787E6435F}"/>
              </a:ext>
            </a:extLst>
          </p:cNvPr>
          <p:cNvSpPr>
            <a:spLocks noGrp="1"/>
          </p:cNvSpPr>
          <p:nvPr>
            <p:ph type="body" idx="1"/>
          </p:nvPr>
        </p:nvSpPr>
        <p:spPr/>
        <p:txBody>
          <a:bodyPr/>
          <a:lstStyle/>
          <a:p>
            <a:r>
              <a:rPr lang="en-US" dirty="0"/>
              <a:t>Yes, it’s going to happen again, twice a year in different locations</a:t>
            </a:r>
          </a:p>
        </p:txBody>
      </p:sp>
    </p:spTree>
    <p:extLst>
      <p:ext uri="{BB962C8B-B14F-4D97-AF65-F5344CB8AC3E}">
        <p14:creationId xmlns:p14="http://schemas.microsoft.com/office/powerpoint/2010/main" val="1319898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781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dirty="0"/>
              <a:t>MMS Code of Conduct</a:t>
            </a:r>
            <a:endParaRPr lang="en-US" sz="3200" dirty="0"/>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838199" y="1590740"/>
            <a:ext cx="9656181" cy="4979822"/>
          </a:xfrm>
        </p:spPr>
        <p:txBody>
          <a:bodyPr>
            <a:normAutofit lnSpcReduction="10000"/>
          </a:bodyPr>
          <a:lstStyle/>
          <a:p>
            <a:r>
              <a:rPr lang="en-US" b="1" dirty="0"/>
              <a:t>MMS Code of Conduct </a:t>
            </a:r>
          </a:p>
          <a:p>
            <a:r>
              <a:rPr lang="en-US" dirty="0"/>
              <a:t>MMS seeks to create a respectful, friendly, and professional experience for all participants. As such, we do not tolerate harassing or disrespectful behavior, messages, images, or interactions by any event participant, in any form, at any aspect of the program including business and social activities, regardless of location</a:t>
            </a:r>
          </a:p>
          <a:p>
            <a:r>
              <a:rPr lang="en-US" dirty="0"/>
              <a:t>We encourage everyone to assist in creating a welcoming and safe environment. Please report any concerns, harassing behavior, suspicious or disruptive activity to the nearest security guard or event staff. MMS reserves the right to refuse admittance to, or remove any person from, MMS at any time in its sole discretion</a:t>
            </a:r>
          </a:p>
        </p:txBody>
      </p:sp>
    </p:spTree>
    <p:extLst>
      <p:ext uri="{BB962C8B-B14F-4D97-AF65-F5344CB8AC3E}">
        <p14:creationId xmlns:p14="http://schemas.microsoft.com/office/powerpoint/2010/main" val="3446901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300262"/>
      </p:ext>
    </p:extLst>
  </p:cSld>
  <p:clrMapOvr>
    <a:masterClrMapping/>
  </p:clrMapOvr>
</p:sld>
</file>

<file path=ppt/theme/theme1.xml><?xml version="1.0" encoding="utf-8"?>
<a:theme xmlns:a="http://schemas.openxmlformats.org/drawingml/2006/main" name="Dark Mod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 2026 at MOA.potx" id="{D8842C19-AA0D-435F-9EEB-FA31630ABB9B}" vid="{B3EE2789-FD7D-46D1-B302-E8985430D9C8}"/>
    </a:ext>
  </a:extLst>
</a:theme>
</file>

<file path=ppt/theme/theme2.xml><?xml version="1.0" encoding="utf-8"?>
<a:theme xmlns:a="http://schemas.openxmlformats.org/drawingml/2006/main" name="Light Mo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MS 2026 at MOA.potx" id="{D8842C19-AA0D-435F-9EEB-FA31630ABB9B}" vid="{5142D9BD-4495-4882-B39B-A8686CD3B0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4c1987-0261-432a-b2ef-a9da39f1b5e2">
      <Terms xmlns="http://schemas.microsoft.com/office/infopath/2007/PartnerControls"/>
    </lcf76f155ced4ddcb4097134ff3c332f>
    <TaxCatchAll xmlns="0f628621-369a-46c7-83bd-de17ca40753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66787FB9552CF40BFF026EAAC52FBCA" ma:contentTypeVersion="20" ma:contentTypeDescription="Create a new document." ma:contentTypeScope="" ma:versionID="edddbbb644e7c0bd6adf7ea50799224d">
  <xsd:schema xmlns:xsd="http://www.w3.org/2001/XMLSchema" xmlns:xs="http://www.w3.org/2001/XMLSchema" xmlns:p="http://schemas.microsoft.com/office/2006/metadata/properties" xmlns:ns2="0f628621-369a-46c7-83bd-de17ca407533" xmlns:ns3="994c1987-0261-432a-b2ef-a9da39f1b5e2" targetNamespace="http://schemas.microsoft.com/office/2006/metadata/properties" ma:root="true" ma:fieldsID="49108ad5585ca2305a1dbbeb1151d3a3" ns2:_="" ns3:_="">
    <xsd:import namespace="0f628621-369a-46c7-83bd-de17ca407533"/>
    <xsd:import namespace="994c1987-0261-432a-b2ef-a9da39f1b5e2"/>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28621-369a-46c7-83bd-de17ca40753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3" nillable="true" ma:displayName="Taxonomy Catch All Column" ma:hidden="true" ma:list="{373337a8-41f0-47ae-895f-b179ccc8878d}" ma:internalName="TaxCatchAll" ma:showField="CatchAllData" ma:web="0f628621-369a-46c7-83bd-de17ca4075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4c1987-0261-432a-b2ef-a9da39f1b5e2"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4f3eb32-8128-4a7e-868e-0456b78e6ea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0B4D4-529D-4984-8525-2DCCA1BEFF9D}">
  <ds:schemaRefs>
    <ds:schemaRef ds:uri="994c1987-0261-432a-b2ef-a9da39f1b5e2"/>
    <ds:schemaRef ds:uri="http://schemas.openxmlformats.org/package/2006/metadata/core-properties"/>
    <ds:schemaRef ds:uri="0f628621-369a-46c7-83bd-de17ca407533"/>
    <ds:schemaRef ds:uri="http://www.w3.org/XML/1998/namespace"/>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72549C15-4E42-4D07-A4DB-8ECA1C2B5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628621-369a-46c7-83bd-de17ca407533"/>
    <ds:schemaRef ds:uri="994c1987-0261-432a-b2ef-a9da39f1b5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B99CDF-4DD1-4BCA-94A9-937C9978E90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MMS  at MOA</Template>
  <TotalTime>153</TotalTime>
  <Words>1204</Words>
  <Application>Microsoft Office PowerPoint</Application>
  <PresentationFormat>Widescreen</PresentationFormat>
  <Paragraphs>125</Paragraphs>
  <Slides>22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Aptos</vt:lpstr>
      <vt:lpstr>Aptos Display</vt:lpstr>
      <vt:lpstr>Arial</vt:lpstr>
      <vt:lpstr>Calibri</vt:lpstr>
      <vt:lpstr>Wingdings</vt:lpstr>
      <vt:lpstr>Dark Mode</vt:lpstr>
      <vt:lpstr>Light Mode</vt:lpstr>
      <vt:lpstr>Navigating MMS for New Attendees</vt:lpstr>
      <vt:lpstr>Attention</vt:lpstr>
      <vt:lpstr>PowerPoint Presentation</vt:lpstr>
      <vt:lpstr>MMS Speakers</vt:lpstr>
      <vt:lpstr>Venue Logistics</vt:lpstr>
      <vt:lpstr>MMS Location</vt:lpstr>
      <vt:lpstr>MMS Map</vt:lpstr>
      <vt:lpstr>MMS Logistics</vt:lpstr>
      <vt:lpstr>New This Year</vt:lpstr>
      <vt:lpstr>MMS Events</vt:lpstr>
      <vt:lpstr>MMS Welcome Reception</vt:lpstr>
      <vt:lpstr>MMS Sessions</vt:lpstr>
      <vt:lpstr>MMS Sessions (2)</vt:lpstr>
      <vt:lpstr>Fishing Sessions</vt:lpstr>
      <vt:lpstr>Fishing Sessions (2)</vt:lpstr>
      <vt:lpstr>PowerPoint Presentation</vt:lpstr>
      <vt:lpstr>MMS Cards</vt:lpstr>
      <vt:lpstr>MMS Future Dates</vt:lpstr>
      <vt:lpstr>PowerPoint Presentation</vt:lpstr>
      <vt:lpstr>MMS Code of Conduct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MMS 2026 at MOA</dc:subject>
  <dc:creator>Wally Mead</dc:creator>
  <cp:lastModifiedBy>Wally Mead</cp:lastModifiedBy>
  <cp:revision>1</cp:revision>
  <dcterms:created xsi:type="dcterms:W3CDTF">2026-03-23T21:16:59Z</dcterms:created>
  <dcterms:modified xsi:type="dcterms:W3CDTF">2026-04-07T15:10:14Z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0x010100066787FB9552CF40BFF026EAAC52FBCA</vt:lpwstr>
  </property>
  <property fmtid="{D5CDD505-2E9C-101B-9397-08002B2CF9AE}" pid="3" name="MediaServiceImageTags">
    <vt:lpwstr/>
  </property>
</Properties>
</file>