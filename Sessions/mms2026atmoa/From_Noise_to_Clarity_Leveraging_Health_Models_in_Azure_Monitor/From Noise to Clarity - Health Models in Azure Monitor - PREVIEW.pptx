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8" r:id="rId2"/>
  </p:sldMasterIdLst>
  <p:notesMasterIdLst>
    <p:notesMasterId r:id="rId23"/>
  </p:notesMasterIdLst>
  <p:sldIdLst>
    <p:sldId id="256" r:id="rId3"/>
    <p:sldId id="275" r:id="rId4"/>
    <p:sldId id="282" r:id="rId5"/>
    <p:sldId id="285" r:id="rId6"/>
    <p:sldId id="258" r:id="rId7"/>
    <p:sldId id="260" r:id="rId8"/>
    <p:sldId id="261" r:id="rId9"/>
    <p:sldId id="287" r:id="rId10"/>
    <p:sldId id="264" r:id="rId11"/>
    <p:sldId id="262" r:id="rId12"/>
    <p:sldId id="263" r:id="rId13"/>
    <p:sldId id="289" r:id="rId14"/>
    <p:sldId id="270" r:id="rId15"/>
    <p:sldId id="288" r:id="rId16"/>
    <p:sldId id="286" r:id="rId17"/>
    <p:sldId id="269" r:id="rId18"/>
    <p:sldId id="268" r:id="rId19"/>
    <p:sldId id="290" r:id="rId20"/>
    <p:sldId id="280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6F0AF-D344-4BB0-A77C-D3503E304569}" v="12" dt="2026-04-26T00:29:27.821"/>
    <p1510:client id="{E5A061A9-B709-4744-B15E-22BB176B87FE}" v="1319" dt="2026-04-26T20:29:58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Wren" userId="54847ceb-bab2-4e6c-8246-a7dd5c6998f0" providerId="ADAL" clId="{CFF12F18-97B8-4856-94D4-19C17E85A31A}"/>
    <pc:docChg chg="undo redo custSel addSld delSld modSld sldOrd">
      <pc:chgData name="Brian Wren" userId="54847ceb-bab2-4e6c-8246-a7dd5c6998f0" providerId="ADAL" clId="{CFF12F18-97B8-4856-94D4-19C17E85A31A}" dt="2026-04-26T00:29:27.821" v="1462" actId="962"/>
      <pc:docMkLst>
        <pc:docMk/>
      </pc:docMkLst>
      <pc:sldChg chg="addSp modSp mod">
        <pc:chgData name="Brian Wren" userId="54847ceb-bab2-4e6c-8246-a7dd5c6998f0" providerId="ADAL" clId="{CFF12F18-97B8-4856-94D4-19C17E85A31A}" dt="2026-04-20T22:05:50.696" v="1450" actId="20577"/>
        <pc:sldMkLst>
          <pc:docMk/>
          <pc:sldMk cId="2798709368" sldId="256"/>
        </pc:sldMkLst>
        <pc:spChg chg="mod">
          <ac:chgData name="Brian Wren" userId="54847ceb-bab2-4e6c-8246-a7dd5c6998f0" providerId="ADAL" clId="{CFF12F18-97B8-4856-94D4-19C17E85A31A}" dt="2026-04-20T22:03:25.254" v="1382" actId="20577"/>
          <ac:spMkLst>
            <pc:docMk/>
            <pc:sldMk cId="2798709368" sldId="256"/>
            <ac:spMk id="2" creationId="{8BF960B8-71FE-E2DC-E950-5EBB6B81CB91}"/>
          </ac:spMkLst>
        </pc:spChg>
        <pc:spChg chg="mod">
          <ac:chgData name="Brian Wren" userId="54847ceb-bab2-4e6c-8246-a7dd5c6998f0" providerId="ADAL" clId="{CFF12F18-97B8-4856-94D4-19C17E85A31A}" dt="2026-04-20T22:05:17.631" v="1383" actId="14100"/>
          <ac:spMkLst>
            <pc:docMk/>
            <pc:sldMk cId="2798709368" sldId="256"/>
            <ac:spMk id="3" creationId="{128711C1-EA70-DC9D-0DF7-36348D4507E7}"/>
          </ac:spMkLst>
        </pc:spChg>
        <pc:spChg chg="add mod">
          <ac:chgData name="Brian Wren" userId="54847ceb-bab2-4e6c-8246-a7dd5c6998f0" providerId="ADAL" clId="{CFF12F18-97B8-4856-94D4-19C17E85A31A}" dt="2026-04-20T22:05:50.696" v="1450" actId="20577"/>
          <ac:spMkLst>
            <pc:docMk/>
            <pc:sldMk cId="2798709368" sldId="256"/>
            <ac:spMk id="4" creationId="{73285BC8-E078-E5AF-940C-718D74A1584B}"/>
          </ac:spMkLst>
        </pc:spChg>
      </pc:sldChg>
      <pc:sldChg chg="addSp modSp mod">
        <pc:chgData name="Brian Wren" userId="54847ceb-bab2-4e6c-8246-a7dd5c6998f0" providerId="ADAL" clId="{CFF12F18-97B8-4856-94D4-19C17E85A31A}" dt="2026-04-17T22:09:25.315" v="49" actId="1076"/>
        <pc:sldMkLst>
          <pc:docMk/>
          <pc:sldMk cId="652903251" sldId="258"/>
        </pc:sldMkLst>
        <pc:spChg chg="mod">
          <ac:chgData name="Brian Wren" userId="54847ceb-bab2-4e6c-8246-a7dd5c6998f0" providerId="ADAL" clId="{CFF12F18-97B8-4856-94D4-19C17E85A31A}" dt="2026-04-17T22:09:25.315" v="49" actId="1076"/>
          <ac:spMkLst>
            <pc:docMk/>
            <pc:sldMk cId="652903251" sldId="258"/>
            <ac:spMk id="3" creationId="{8F70FC9E-F631-E327-02CC-53FB0D14F7F4}"/>
          </ac:spMkLst>
        </pc:spChg>
        <pc:picChg chg="add mod">
          <ac:chgData name="Brian Wren" userId="54847ceb-bab2-4e6c-8246-a7dd5c6998f0" providerId="ADAL" clId="{CFF12F18-97B8-4856-94D4-19C17E85A31A}" dt="2026-04-17T22:05:26.144" v="41" actId="14100"/>
          <ac:picMkLst>
            <pc:docMk/>
            <pc:sldMk cId="652903251" sldId="258"/>
            <ac:picMk id="4" creationId="{EF3526E1-D7B9-0508-6A50-915030C7A2E0}"/>
          </ac:picMkLst>
        </pc:picChg>
      </pc:sldChg>
      <pc:sldChg chg="addSp delSp modSp mod">
        <pc:chgData name="Brian Wren" userId="54847ceb-bab2-4e6c-8246-a7dd5c6998f0" providerId="ADAL" clId="{CFF12F18-97B8-4856-94D4-19C17E85A31A}" dt="2026-04-17T22:36:03.112" v="170" actId="1076"/>
        <pc:sldMkLst>
          <pc:docMk/>
          <pc:sldMk cId="2094403090" sldId="260"/>
        </pc:sldMkLst>
        <pc:spChg chg="add mod">
          <ac:chgData name="Brian Wren" userId="54847ceb-bab2-4e6c-8246-a7dd5c6998f0" providerId="ADAL" clId="{CFF12F18-97B8-4856-94D4-19C17E85A31A}" dt="2026-04-17T22:32:46.089" v="98" actId="1076"/>
          <ac:spMkLst>
            <pc:docMk/>
            <pc:sldMk cId="2094403090" sldId="260"/>
            <ac:spMk id="16" creationId="{B509F834-8578-7F6E-F850-7D3343B729D7}"/>
          </ac:spMkLst>
        </pc:spChg>
        <pc:spChg chg="add mod">
          <ac:chgData name="Brian Wren" userId="54847ceb-bab2-4e6c-8246-a7dd5c6998f0" providerId="ADAL" clId="{CFF12F18-97B8-4856-94D4-19C17E85A31A}" dt="2026-04-17T22:33:01.330" v="102" actId="1076"/>
          <ac:spMkLst>
            <pc:docMk/>
            <pc:sldMk cId="2094403090" sldId="260"/>
            <ac:spMk id="18" creationId="{FFF9D79A-4AAC-CD67-966C-F90B23550BDE}"/>
          </ac:spMkLst>
        </pc:spChg>
        <pc:spChg chg="add mod">
          <ac:chgData name="Brian Wren" userId="54847ceb-bab2-4e6c-8246-a7dd5c6998f0" providerId="ADAL" clId="{CFF12F18-97B8-4856-94D4-19C17E85A31A}" dt="2026-04-17T22:33:10.026" v="105" actId="1076"/>
          <ac:spMkLst>
            <pc:docMk/>
            <pc:sldMk cId="2094403090" sldId="260"/>
            <ac:spMk id="20" creationId="{E68A3E44-BF44-0C09-75A5-859FB54A4B46}"/>
          </ac:spMkLst>
        </pc:spChg>
        <pc:spChg chg="add mod">
          <ac:chgData name="Brian Wren" userId="54847ceb-bab2-4e6c-8246-a7dd5c6998f0" providerId="ADAL" clId="{CFF12F18-97B8-4856-94D4-19C17E85A31A}" dt="2026-04-17T22:36:03.112" v="170" actId="1076"/>
          <ac:spMkLst>
            <pc:docMk/>
            <pc:sldMk cId="2094403090" sldId="260"/>
            <ac:spMk id="21" creationId="{B2593583-C642-AAEE-80A2-121686B8C8C8}"/>
          </ac:spMkLst>
        </pc:spChg>
        <pc:spChg chg="add mod">
          <ac:chgData name="Brian Wren" userId="54847ceb-bab2-4e6c-8246-a7dd5c6998f0" providerId="ADAL" clId="{CFF12F18-97B8-4856-94D4-19C17E85A31A}" dt="2026-04-17T22:35:05.805" v="138" actId="1076"/>
          <ac:spMkLst>
            <pc:docMk/>
            <pc:sldMk cId="2094403090" sldId="260"/>
            <ac:spMk id="24" creationId="{919DB6FB-B62D-DC62-2357-516438F266B0}"/>
          </ac:spMkLst>
        </pc:spChg>
        <pc:spChg chg="add mod">
          <ac:chgData name="Brian Wren" userId="54847ceb-bab2-4e6c-8246-a7dd5c6998f0" providerId="ADAL" clId="{CFF12F18-97B8-4856-94D4-19C17E85A31A}" dt="2026-04-17T22:35:34.828" v="151" actId="1076"/>
          <ac:spMkLst>
            <pc:docMk/>
            <pc:sldMk cId="2094403090" sldId="260"/>
            <ac:spMk id="25" creationId="{642D5688-74CA-9413-778C-CFA26A61A7E5}"/>
          </ac:spMkLst>
        </pc:spChg>
        <pc:picChg chg="add mod">
          <ac:chgData name="Brian Wren" userId="54847ceb-bab2-4e6c-8246-a7dd5c6998f0" providerId="ADAL" clId="{CFF12F18-97B8-4856-94D4-19C17E85A31A}" dt="2026-04-17T22:31:41.039" v="85" actId="1076"/>
          <ac:picMkLst>
            <pc:docMk/>
            <pc:sldMk cId="2094403090" sldId="260"/>
            <ac:picMk id="9" creationId="{B857B50F-4159-1396-35BB-68EF7B84BA95}"/>
          </ac:picMkLst>
        </pc:picChg>
        <pc:picChg chg="add mod">
          <ac:chgData name="Brian Wren" userId="54847ceb-bab2-4e6c-8246-a7dd5c6998f0" providerId="ADAL" clId="{CFF12F18-97B8-4856-94D4-19C17E85A31A}" dt="2026-04-17T22:33:14.097" v="106" actId="1076"/>
          <ac:picMkLst>
            <pc:docMk/>
            <pc:sldMk cId="2094403090" sldId="260"/>
            <ac:picMk id="13" creationId="{5A11BA79-92B4-6D2C-80FE-29687A5ACF7D}"/>
          </ac:picMkLst>
        </pc:picChg>
        <pc:picChg chg="add mod">
          <ac:chgData name="Brian Wren" userId="54847ceb-bab2-4e6c-8246-a7dd5c6998f0" providerId="ADAL" clId="{CFF12F18-97B8-4856-94D4-19C17E85A31A}" dt="2026-04-17T22:32:47.858" v="99" actId="1076"/>
          <ac:picMkLst>
            <pc:docMk/>
            <pc:sldMk cId="2094403090" sldId="260"/>
            <ac:picMk id="15" creationId="{248A7B2C-F884-09F2-089D-9B0EDA5F2772}"/>
          </ac:picMkLst>
        </pc:picChg>
      </pc:sldChg>
      <pc:sldChg chg="addSp delSp modSp mod">
        <pc:chgData name="Brian Wren" userId="54847ceb-bab2-4e6c-8246-a7dd5c6998f0" providerId="ADAL" clId="{CFF12F18-97B8-4856-94D4-19C17E85A31A}" dt="2026-04-20T17:39:39.956" v="633" actId="692"/>
        <pc:sldMkLst>
          <pc:docMk/>
          <pc:sldMk cId="1972606503" sldId="261"/>
        </pc:sldMkLst>
        <pc:spChg chg="mod">
          <ac:chgData name="Brian Wren" userId="54847ceb-bab2-4e6c-8246-a7dd5c6998f0" providerId="ADAL" clId="{CFF12F18-97B8-4856-94D4-19C17E85A31A}" dt="2026-04-17T23:01:43.509" v="430" actId="1076"/>
          <ac:spMkLst>
            <pc:docMk/>
            <pc:sldMk cId="1972606503" sldId="261"/>
            <ac:spMk id="3" creationId="{67D0254A-3358-749D-8685-A627E2572853}"/>
          </ac:spMkLst>
        </pc:spChg>
        <pc:spChg chg="add mod">
          <ac:chgData name="Brian Wren" userId="54847ceb-bab2-4e6c-8246-a7dd5c6998f0" providerId="ADAL" clId="{CFF12F18-97B8-4856-94D4-19C17E85A31A}" dt="2026-04-17T23:01:47.993" v="431" actId="1076"/>
          <ac:spMkLst>
            <pc:docMk/>
            <pc:sldMk cId="1972606503" sldId="261"/>
            <ac:spMk id="10" creationId="{6A9458BD-C213-58E6-3E3E-867B424706A5}"/>
          </ac:spMkLst>
        </pc:spChg>
        <pc:spChg chg="add mod">
          <ac:chgData name="Brian Wren" userId="54847ceb-bab2-4e6c-8246-a7dd5c6998f0" providerId="ADAL" clId="{CFF12F18-97B8-4856-94D4-19C17E85A31A}" dt="2026-04-17T23:01:47.993" v="431" actId="1076"/>
          <ac:spMkLst>
            <pc:docMk/>
            <pc:sldMk cId="1972606503" sldId="261"/>
            <ac:spMk id="11" creationId="{BD165978-B751-6A36-B181-5565F19DCA9D}"/>
          </ac:spMkLst>
        </pc:spChg>
        <pc:spChg chg="add mod">
          <ac:chgData name="Brian Wren" userId="54847ceb-bab2-4e6c-8246-a7dd5c6998f0" providerId="ADAL" clId="{CFF12F18-97B8-4856-94D4-19C17E85A31A}" dt="2026-04-20T17:38:08.899" v="611" actId="1038"/>
          <ac:spMkLst>
            <pc:docMk/>
            <pc:sldMk cId="1972606503" sldId="261"/>
            <ac:spMk id="14" creationId="{772F5B95-7A79-DE39-E8C2-9A636C71EA88}"/>
          </ac:spMkLst>
        </pc:spChg>
        <pc:spChg chg="add mod">
          <ac:chgData name="Brian Wren" userId="54847ceb-bab2-4e6c-8246-a7dd5c6998f0" providerId="ADAL" clId="{CFF12F18-97B8-4856-94D4-19C17E85A31A}" dt="2026-04-17T23:01:47.993" v="431" actId="1076"/>
          <ac:spMkLst>
            <pc:docMk/>
            <pc:sldMk cId="1972606503" sldId="261"/>
            <ac:spMk id="17" creationId="{2510629E-BBFC-3EBD-D5F0-0F4ADC66A5E5}"/>
          </ac:spMkLst>
        </pc:spChg>
        <pc:picChg chg="add mod">
          <ac:chgData name="Brian Wren" userId="54847ceb-bab2-4e6c-8246-a7dd5c6998f0" providerId="ADAL" clId="{CFF12F18-97B8-4856-94D4-19C17E85A31A}" dt="2026-04-20T17:38:08.899" v="611" actId="1038"/>
          <ac:picMkLst>
            <pc:docMk/>
            <pc:sldMk cId="1972606503" sldId="261"/>
            <ac:picMk id="7" creationId="{97C6B112-4BCC-7891-80CC-036CA0C84C1B}"/>
          </ac:picMkLst>
        </pc:picChg>
        <pc:picChg chg="add mod">
          <ac:chgData name="Brian Wren" userId="54847ceb-bab2-4e6c-8246-a7dd5c6998f0" providerId="ADAL" clId="{CFF12F18-97B8-4856-94D4-19C17E85A31A}" dt="2026-04-17T23:01:47.993" v="431" actId="1076"/>
          <ac:picMkLst>
            <pc:docMk/>
            <pc:sldMk cId="1972606503" sldId="261"/>
            <ac:picMk id="8" creationId="{4FB1E716-D8D1-C9E2-5623-ECEA44A28D6C}"/>
          </ac:picMkLst>
        </pc:picChg>
        <pc:picChg chg="add mod">
          <ac:chgData name="Brian Wren" userId="54847ceb-bab2-4e6c-8246-a7dd5c6998f0" providerId="ADAL" clId="{CFF12F18-97B8-4856-94D4-19C17E85A31A}" dt="2026-04-17T23:01:47.993" v="431" actId="1076"/>
          <ac:picMkLst>
            <pc:docMk/>
            <pc:sldMk cId="1972606503" sldId="261"/>
            <ac:picMk id="9" creationId="{7B29B7F3-345F-AFC8-19B7-3404CBDE658B}"/>
          </ac:picMkLst>
        </pc:picChg>
        <pc:picChg chg="add mod">
          <ac:chgData name="Brian Wren" userId="54847ceb-bab2-4e6c-8246-a7dd5c6998f0" providerId="ADAL" clId="{CFF12F18-97B8-4856-94D4-19C17E85A31A}" dt="2026-04-17T23:01:47.993" v="431" actId="1076"/>
          <ac:picMkLst>
            <pc:docMk/>
            <pc:sldMk cId="1972606503" sldId="261"/>
            <ac:picMk id="16" creationId="{57D8F7E5-E3B3-238C-997D-760FB7C3E6F2}"/>
          </ac:picMkLst>
        </pc:picChg>
        <pc:cxnChg chg="add mod">
          <ac:chgData name="Brian Wren" userId="54847ceb-bab2-4e6c-8246-a7dd5c6998f0" providerId="ADAL" clId="{CFF12F18-97B8-4856-94D4-19C17E85A31A}" dt="2026-04-20T17:39:39.956" v="633" actId="692"/>
          <ac:cxnSpMkLst>
            <pc:docMk/>
            <pc:sldMk cId="1972606503" sldId="261"/>
            <ac:cxnSpMk id="4" creationId="{1BC67CF9-5D4C-B237-F7E9-28B473A04E9D}"/>
          </ac:cxnSpMkLst>
        </pc:cxnChg>
        <pc:cxnChg chg="add mod">
          <ac:chgData name="Brian Wren" userId="54847ceb-bab2-4e6c-8246-a7dd5c6998f0" providerId="ADAL" clId="{CFF12F18-97B8-4856-94D4-19C17E85A31A}" dt="2026-04-17T23:01:47.993" v="431" actId="1076"/>
          <ac:cxnSpMkLst>
            <pc:docMk/>
            <pc:sldMk cId="1972606503" sldId="261"/>
            <ac:cxnSpMk id="19" creationId="{9D85947A-CA2B-3CE1-85E3-928798FEF6F4}"/>
          </ac:cxnSpMkLst>
        </pc:cxnChg>
        <pc:cxnChg chg="add mod">
          <ac:chgData name="Brian Wren" userId="54847ceb-bab2-4e6c-8246-a7dd5c6998f0" providerId="ADAL" clId="{CFF12F18-97B8-4856-94D4-19C17E85A31A}" dt="2026-04-17T23:01:47.993" v="431" actId="1076"/>
          <ac:cxnSpMkLst>
            <pc:docMk/>
            <pc:sldMk cId="1972606503" sldId="261"/>
            <ac:cxnSpMk id="20" creationId="{0F39BA35-70F0-D3D5-16E4-AE1E172883BE}"/>
          </ac:cxnSpMkLst>
        </pc:cxnChg>
      </pc:sldChg>
      <pc:sldChg chg="addSp delSp modSp mod ord">
        <pc:chgData name="Brian Wren" userId="54847ceb-bab2-4e6c-8246-a7dd5c6998f0" providerId="ADAL" clId="{CFF12F18-97B8-4856-94D4-19C17E85A31A}" dt="2026-04-20T17:36:56.093" v="600" actId="14100"/>
        <pc:sldMkLst>
          <pc:docMk/>
          <pc:sldMk cId="1577111246" sldId="262"/>
        </pc:sldMkLst>
        <pc:spChg chg="mod">
          <ac:chgData name="Brian Wren" userId="54847ceb-bab2-4e6c-8246-a7dd5c6998f0" providerId="ADAL" clId="{CFF12F18-97B8-4856-94D4-19C17E85A31A}" dt="2026-04-20T17:30:12.244" v="488" actId="20577"/>
          <ac:spMkLst>
            <pc:docMk/>
            <pc:sldMk cId="1577111246" sldId="262"/>
            <ac:spMk id="3" creationId="{F5045DD7-6D35-4B82-24AD-1F95539E5740}"/>
          </ac:spMkLst>
        </pc:spChg>
        <pc:spChg chg="add mod">
          <ac:chgData name="Brian Wren" userId="54847ceb-bab2-4e6c-8246-a7dd5c6998f0" providerId="ADAL" clId="{CFF12F18-97B8-4856-94D4-19C17E85A31A}" dt="2026-04-20T17:35:37.861" v="589" actId="1076"/>
          <ac:spMkLst>
            <pc:docMk/>
            <pc:sldMk cId="1577111246" sldId="262"/>
            <ac:spMk id="8" creationId="{E2E60DC1-81E4-2A79-5779-2D3B3020B9C7}"/>
          </ac:spMkLst>
        </pc:spChg>
        <pc:spChg chg="add mod">
          <ac:chgData name="Brian Wren" userId="54847ceb-bab2-4e6c-8246-a7dd5c6998f0" providerId="ADAL" clId="{CFF12F18-97B8-4856-94D4-19C17E85A31A}" dt="2026-04-20T17:35:37.861" v="589" actId="1076"/>
          <ac:spMkLst>
            <pc:docMk/>
            <pc:sldMk cId="1577111246" sldId="262"/>
            <ac:spMk id="10" creationId="{75380BD3-F822-7AF1-F317-BA075B78A709}"/>
          </ac:spMkLst>
        </pc:spChg>
        <pc:spChg chg="add mod">
          <ac:chgData name="Brian Wren" userId="54847ceb-bab2-4e6c-8246-a7dd5c6998f0" providerId="ADAL" clId="{CFF12F18-97B8-4856-94D4-19C17E85A31A}" dt="2026-04-20T17:35:37.861" v="589" actId="1076"/>
          <ac:spMkLst>
            <pc:docMk/>
            <pc:sldMk cId="1577111246" sldId="262"/>
            <ac:spMk id="12" creationId="{73F9FBBB-7E38-4D7A-17C7-DFBFE97FBE26}"/>
          </ac:spMkLst>
        </pc:spChg>
        <pc:spChg chg="add mod">
          <ac:chgData name="Brian Wren" userId="54847ceb-bab2-4e6c-8246-a7dd5c6998f0" providerId="ADAL" clId="{CFF12F18-97B8-4856-94D4-19C17E85A31A}" dt="2026-04-20T17:35:29.057" v="588" actId="208"/>
          <ac:spMkLst>
            <pc:docMk/>
            <pc:sldMk cId="1577111246" sldId="262"/>
            <ac:spMk id="13" creationId="{5FB27A87-3A1E-8135-9C94-75CC8C6D88BC}"/>
          </ac:spMkLst>
        </pc:spChg>
        <pc:spChg chg="add mod">
          <ac:chgData name="Brian Wren" userId="54847ceb-bab2-4e6c-8246-a7dd5c6998f0" providerId="ADAL" clId="{CFF12F18-97B8-4856-94D4-19C17E85A31A}" dt="2026-04-20T17:35:17.156" v="587" actId="20577"/>
          <ac:spMkLst>
            <pc:docMk/>
            <pc:sldMk cId="1577111246" sldId="262"/>
            <ac:spMk id="15" creationId="{C74133A0-16D3-0617-DD1E-010411BA84F8}"/>
          </ac:spMkLst>
        </pc:spChg>
        <pc:picChg chg="add mod">
          <ac:chgData name="Brian Wren" userId="54847ceb-bab2-4e6c-8246-a7dd5c6998f0" providerId="ADAL" clId="{CFF12F18-97B8-4856-94D4-19C17E85A31A}" dt="2026-04-20T17:35:37.861" v="589" actId="1076"/>
          <ac:picMkLst>
            <pc:docMk/>
            <pc:sldMk cId="1577111246" sldId="262"/>
            <ac:picMk id="5" creationId="{78973863-1789-04B5-7EA9-8D9C86A86CF0}"/>
          </ac:picMkLst>
        </pc:picChg>
        <pc:picChg chg="add mod">
          <ac:chgData name="Brian Wren" userId="54847ceb-bab2-4e6c-8246-a7dd5c6998f0" providerId="ADAL" clId="{CFF12F18-97B8-4856-94D4-19C17E85A31A}" dt="2026-04-20T17:35:37.861" v="589" actId="1076"/>
          <ac:picMkLst>
            <pc:docMk/>
            <pc:sldMk cId="1577111246" sldId="262"/>
            <ac:picMk id="7" creationId="{54AA4B7D-83CD-A88D-0080-12E71C187CBD}"/>
          </ac:picMkLst>
        </pc:picChg>
        <pc:picChg chg="add mod">
          <ac:chgData name="Brian Wren" userId="54847ceb-bab2-4e6c-8246-a7dd5c6998f0" providerId="ADAL" clId="{CFF12F18-97B8-4856-94D4-19C17E85A31A}" dt="2026-04-20T17:35:37.861" v="589" actId="1076"/>
          <ac:picMkLst>
            <pc:docMk/>
            <pc:sldMk cId="1577111246" sldId="262"/>
            <ac:picMk id="9" creationId="{FC8B3DE4-0DB7-08A4-82CC-8FD39401029B}"/>
          </ac:picMkLst>
        </pc:picChg>
        <pc:picChg chg="add mod">
          <ac:chgData name="Brian Wren" userId="54847ceb-bab2-4e6c-8246-a7dd5c6998f0" providerId="ADAL" clId="{CFF12F18-97B8-4856-94D4-19C17E85A31A}" dt="2026-04-20T17:35:05.991" v="572" actId="1076"/>
          <ac:picMkLst>
            <pc:docMk/>
            <pc:sldMk cId="1577111246" sldId="262"/>
            <ac:picMk id="11" creationId="{AE5612FF-7AB5-0D6B-326C-40B8D402DE6E}"/>
          </ac:picMkLst>
        </pc:picChg>
        <pc:picChg chg="add mod">
          <ac:chgData name="Brian Wren" userId="54847ceb-bab2-4e6c-8246-a7dd5c6998f0" providerId="ADAL" clId="{CFF12F18-97B8-4856-94D4-19C17E85A31A}" dt="2026-04-20T17:35:10.324" v="574" actId="571"/>
          <ac:picMkLst>
            <pc:docMk/>
            <pc:sldMk cId="1577111246" sldId="262"/>
            <ac:picMk id="14" creationId="{05A7F5BA-1BE7-7F05-3EB8-20F20635747B}"/>
          </ac:picMkLst>
        </pc:picChg>
        <pc:cxnChg chg="add mod">
          <ac:chgData name="Brian Wren" userId="54847ceb-bab2-4e6c-8246-a7dd5c6998f0" providerId="ADAL" clId="{CFF12F18-97B8-4856-94D4-19C17E85A31A}" dt="2026-04-20T17:36:16.419" v="593" actId="692"/>
          <ac:cxnSpMkLst>
            <pc:docMk/>
            <pc:sldMk cId="1577111246" sldId="262"/>
            <ac:cxnSpMk id="17" creationId="{82BEC99F-BE51-1C30-4728-E2120711D866}"/>
          </ac:cxnSpMkLst>
        </pc:cxnChg>
        <pc:cxnChg chg="add mod">
          <ac:chgData name="Brian Wren" userId="54847ceb-bab2-4e6c-8246-a7dd5c6998f0" providerId="ADAL" clId="{CFF12F18-97B8-4856-94D4-19C17E85A31A}" dt="2026-04-20T17:36:31.365" v="596" actId="14100"/>
          <ac:cxnSpMkLst>
            <pc:docMk/>
            <pc:sldMk cId="1577111246" sldId="262"/>
            <ac:cxnSpMk id="18" creationId="{A89C25EE-6CC5-42B6-49C2-DBE0B9344E01}"/>
          </ac:cxnSpMkLst>
        </pc:cxnChg>
        <pc:cxnChg chg="add mod">
          <ac:chgData name="Brian Wren" userId="54847ceb-bab2-4e6c-8246-a7dd5c6998f0" providerId="ADAL" clId="{CFF12F18-97B8-4856-94D4-19C17E85A31A}" dt="2026-04-20T17:36:45.645" v="598" actId="14100"/>
          <ac:cxnSpMkLst>
            <pc:docMk/>
            <pc:sldMk cId="1577111246" sldId="262"/>
            <ac:cxnSpMk id="21" creationId="{A332B8DC-96E8-AC21-4EF1-0E1342653B3D}"/>
          </ac:cxnSpMkLst>
        </pc:cxnChg>
        <pc:cxnChg chg="add mod">
          <ac:chgData name="Brian Wren" userId="54847ceb-bab2-4e6c-8246-a7dd5c6998f0" providerId="ADAL" clId="{CFF12F18-97B8-4856-94D4-19C17E85A31A}" dt="2026-04-20T17:36:56.093" v="600" actId="14100"/>
          <ac:cxnSpMkLst>
            <pc:docMk/>
            <pc:sldMk cId="1577111246" sldId="262"/>
            <ac:cxnSpMk id="23" creationId="{1E1605BD-184D-A64F-F749-8A01DA429044}"/>
          </ac:cxnSpMkLst>
        </pc:cxnChg>
      </pc:sldChg>
      <pc:sldChg chg="addSp delSp modSp mod">
        <pc:chgData name="Brian Wren" userId="54847ceb-bab2-4e6c-8246-a7dd5c6998f0" providerId="ADAL" clId="{CFF12F18-97B8-4856-94D4-19C17E85A31A}" dt="2026-04-20T17:42:04.417" v="645" actId="692"/>
        <pc:sldMkLst>
          <pc:docMk/>
          <pc:sldMk cId="596365837" sldId="263"/>
        </pc:sldMkLst>
        <pc:spChg chg="mod">
          <ac:chgData name="Brian Wren" userId="54847ceb-bab2-4e6c-8246-a7dd5c6998f0" providerId="ADAL" clId="{CFF12F18-97B8-4856-94D4-19C17E85A31A}" dt="2026-04-17T22:48:29.544" v="294" actId="6549"/>
          <ac:spMkLst>
            <pc:docMk/>
            <pc:sldMk cId="596365837" sldId="263"/>
            <ac:spMk id="2" creationId="{2F5AD13B-BA9A-687D-15B5-4F96527D8EDF}"/>
          </ac:spMkLst>
        </pc:spChg>
        <pc:spChg chg="mod">
          <ac:chgData name="Brian Wren" userId="54847ceb-bab2-4e6c-8246-a7dd5c6998f0" providerId="ADAL" clId="{CFF12F18-97B8-4856-94D4-19C17E85A31A}" dt="2026-04-20T17:40:33.857" v="643" actId="1076"/>
          <ac:spMkLst>
            <pc:docMk/>
            <pc:sldMk cId="596365837" sldId="263"/>
            <ac:spMk id="3" creationId="{781362D6-8B9E-031E-A0B0-EEE216F92F8C}"/>
          </ac:spMkLst>
        </pc:spChg>
        <pc:spChg chg="add mod">
          <ac:chgData name="Brian Wren" userId="54847ceb-bab2-4e6c-8246-a7dd5c6998f0" providerId="ADAL" clId="{CFF12F18-97B8-4856-94D4-19C17E85A31A}" dt="2026-04-20T17:42:04.417" v="645" actId="692"/>
          <ac:spMkLst>
            <pc:docMk/>
            <pc:sldMk cId="596365837" sldId="263"/>
            <ac:spMk id="12" creationId="{308C9BCC-627D-4954-6BDD-B444A7265D7C}"/>
          </ac:spMkLst>
        </pc:spChg>
        <pc:spChg chg="add mod">
          <ac:chgData name="Brian Wren" userId="54847ceb-bab2-4e6c-8246-a7dd5c6998f0" providerId="ADAL" clId="{CFF12F18-97B8-4856-94D4-19C17E85A31A}" dt="2026-04-20T17:42:04.417" v="645" actId="692"/>
          <ac:spMkLst>
            <pc:docMk/>
            <pc:sldMk cId="596365837" sldId="263"/>
            <ac:spMk id="16" creationId="{45CF2D79-C356-9F58-5476-3091042BDCDA}"/>
          </ac:spMkLst>
        </pc:spChg>
        <pc:spChg chg="add mod">
          <ac:chgData name="Brian Wren" userId="54847ceb-bab2-4e6c-8246-a7dd5c6998f0" providerId="ADAL" clId="{CFF12F18-97B8-4856-94D4-19C17E85A31A}" dt="2026-04-17T22:44:20.456" v="216" actId="1076"/>
          <ac:spMkLst>
            <pc:docMk/>
            <pc:sldMk cId="596365837" sldId="263"/>
            <ac:spMk id="21" creationId="{797B4D61-AF19-7F88-23FE-B068B40A7201}"/>
          </ac:spMkLst>
        </pc:spChg>
        <pc:spChg chg="add mod">
          <ac:chgData name="Brian Wren" userId="54847ceb-bab2-4e6c-8246-a7dd5c6998f0" providerId="ADAL" clId="{CFF12F18-97B8-4856-94D4-19C17E85A31A}" dt="2026-04-17T22:44:20.456" v="216" actId="1076"/>
          <ac:spMkLst>
            <pc:docMk/>
            <pc:sldMk cId="596365837" sldId="263"/>
            <ac:spMk id="22" creationId="{F60D80B6-2E95-D009-4B2C-8B063DCF11DB}"/>
          </ac:spMkLst>
        </pc:spChg>
        <pc:spChg chg="add mod">
          <ac:chgData name="Brian Wren" userId="54847ceb-bab2-4e6c-8246-a7dd5c6998f0" providerId="ADAL" clId="{CFF12F18-97B8-4856-94D4-19C17E85A31A}" dt="2026-04-17T22:47:48.893" v="281" actId="1076"/>
          <ac:spMkLst>
            <pc:docMk/>
            <pc:sldMk cId="596365837" sldId="263"/>
            <ac:spMk id="26" creationId="{8951F436-E55D-7A84-C605-C080C24D9554}"/>
          </ac:spMkLst>
        </pc:spChg>
        <pc:spChg chg="add mod">
          <ac:chgData name="Brian Wren" userId="54847ceb-bab2-4e6c-8246-a7dd5c6998f0" providerId="ADAL" clId="{CFF12F18-97B8-4856-94D4-19C17E85A31A}" dt="2026-04-17T22:47:48.893" v="281" actId="1076"/>
          <ac:spMkLst>
            <pc:docMk/>
            <pc:sldMk cId="596365837" sldId="263"/>
            <ac:spMk id="27" creationId="{CA4D8185-3A93-2070-5AFE-4508E6627641}"/>
          </ac:spMkLst>
        </pc:spChg>
        <pc:spChg chg="add mod">
          <ac:chgData name="Brian Wren" userId="54847ceb-bab2-4e6c-8246-a7dd5c6998f0" providerId="ADAL" clId="{CFF12F18-97B8-4856-94D4-19C17E85A31A}" dt="2026-04-20T17:40:42.197" v="644" actId="1076"/>
          <ac:spMkLst>
            <pc:docMk/>
            <pc:sldMk cId="596365837" sldId="263"/>
            <ac:spMk id="29" creationId="{B9CDBD4E-3B4D-F371-812D-5B2EF8F36DAF}"/>
          </ac:spMkLst>
        </pc:spChg>
        <pc:spChg chg="add mod">
          <ac:chgData name="Brian Wren" userId="54847ceb-bab2-4e6c-8246-a7dd5c6998f0" providerId="ADAL" clId="{CFF12F18-97B8-4856-94D4-19C17E85A31A}" dt="2026-04-20T17:40:26.048" v="642" actId="1076"/>
          <ac:spMkLst>
            <pc:docMk/>
            <pc:sldMk cId="596365837" sldId="263"/>
            <ac:spMk id="32" creationId="{B21214BD-8780-87B3-0315-DD5DD58235B8}"/>
          </ac:spMkLst>
        </pc:spChg>
        <pc:picChg chg="add mod">
          <ac:chgData name="Brian Wren" userId="54847ceb-bab2-4e6c-8246-a7dd5c6998f0" providerId="ADAL" clId="{CFF12F18-97B8-4856-94D4-19C17E85A31A}" dt="2026-04-17T22:47:21.326" v="278" actId="1076"/>
          <ac:picMkLst>
            <pc:docMk/>
            <pc:sldMk cId="596365837" sldId="263"/>
            <ac:picMk id="6" creationId="{93E4CC97-1C06-FE0B-DB5B-0B2E8A584B20}"/>
          </ac:picMkLst>
        </pc:picChg>
        <pc:picChg chg="add mod">
          <ac:chgData name="Brian Wren" userId="54847ceb-bab2-4e6c-8246-a7dd5c6998f0" providerId="ADAL" clId="{CFF12F18-97B8-4856-94D4-19C17E85A31A}" dt="2026-04-17T22:47:21.326" v="278" actId="1076"/>
          <ac:picMkLst>
            <pc:docMk/>
            <pc:sldMk cId="596365837" sldId="263"/>
            <ac:picMk id="8" creationId="{D901BAF4-A36D-AF9A-4E73-C2CD2DD9E40E}"/>
          </ac:picMkLst>
        </pc:picChg>
        <pc:picChg chg="add mod">
          <ac:chgData name="Brian Wren" userId="54847ceb-bab2-4e6c-8246-a7dd5c6998f0" providerId="ADAL" clId="{CFF12F18-97B8-4856-94D4-19C17E85A31A}" dt="2026-04-17T22:44:20.456" v="216" actId="1076"/>
          <ac:picMkLst>
            <pc:docMk/>
            <pc:sldMk cId="596365837" sldId="263"/>
            <ac:picMk id="19" creationId="{EEAB5D9C-2593-FD59-9B4B-7793ACF360EA}"/>
          </ac:picMkLst>
        </pc:picChg>
        <pc:picChg chg="add mod">
          <ac:chgData name="Brian Wren" userId="54847ceb-bab2-4e6c-8246-a7dd5c6998f0" providerId="ADAL" clId="{CFF12F18-97B8-4856-94D4-19C17E85A31A}" dt="2026-04-17T22:45:52.225" v="244" actId="1076"/>
          <ac:picMkLst>
            <pc:docMk/>
            <pc:sldMk cId="596365837" sldId="263"/>
            <ac:picMk id="20" creationId="{701287BB-74D9-A6C1-5073-C2248702A3A2}"/>
          </ac:picMkLst>
        </pc:picChg>
        <pc:picChg chg="add mod">
          <ac:chgData name="Brian Wren" userId="54847ceb-bab2-4e6c-8246-a7dd5c6998f0" providerId="ADAL" clId="{CFF12F18-97B8-4856-94D4-19C17E85A31A}" dt="2026-04-17T22:47:48.893" v="281" actId="1076"/>
          <ac:picMkLst>
            <pc:docMk/>
            <pc:sldMk cId="596365837" sldId="263"/>
            <ac:picMk id="24" creationId="{21A42309-57C8-983A-1DB6-2A17E75872F6}"/>
          </ac:picMkLst>
        </pc:picChg>
        <pc:picChg chg="add mod">
          <ac:chgData name="Brian Wren" userId="54847ceb-bab2-4e6c-8246-a7dd5c6998f0" providerId="ADAL" clId="{CFF12F18-97B8-4856-94D4-19C17E85A31A}" dt="2026-04-17T22:47:48.893" v="281" actId="1076"/>
          <ac:picMkLst>
            <pc:docMk/>
            <pc:sldMk cId="596365837" sldId="263"/>
            <ac:picMk id="25" creationId="{E5543AF9-DFB2-C113-3C5B-12F85AA1B946}"/>
          </ac:picMkLst>
        </pc:picChg>
        <pc:cxnChg chg="add mod">
          <ac:chgData name="Brian Wren" userId="54847ceb-bab2-4e6c-8246-a7dd5c6998f0" providerId="ADAL" clId="{CFF12F18-97B8-4856-94D4-19C17E85A31A}" dt="2026-04-20T17:42:04.417" v="645" actId="692"/>
          <ac:cxnSpMkLst>
            <pc:docMk/>
            <pc:sldMk cId="596365837" sldId="263"/>
            <ac:cxnSpMk id="18" creationId="{861F1AC6-6683-C876-4BF6-74484167EF4C}"/>
          </ac:cxnSpMkLst>
        </pc:cxnChg>
        <pc:cxnChg chg="add mod">
          <ac:chgData name="Brian Wren" userId="54847ceb-bab2-4e6c-8246-a7dd5c6998f0" providerId="ADAL" clId="{CFF12F18-97B8-4856-94D4-19C17E85A31A}" dt="2026-04-17T22:43:15.091" v="199" actId="208"/>
          <ac:cxnSpMkLst>
            <pc:docMk/>
            <pc:sldMk cId="596365837" sldId="263"/>
            <ac:cxnSpMk id="23" creationId="{BCDE5D4E-3FED-D830-3D16-BD685D970CC2}"/>
          </ac:cxnSpMkLst>
        </pc:cxnChg>
        <pc:cxnChg chg="add mod">
          <ac:chgData name="Brian Wren" userId="54847ceb-bab2-4e6c-8246-a7dd5c6998f0" providerId="ADAL" clId="{CFF12F18-97B8-4856-94D4-19C17E85A31A}" dt="2026-04-17T22:47:48.893" v="281" actId="1076"/>
          <ac:cxnSpMkLst>
            <pc:docMk/>
            <pc:sldMk cId="596365837" sldId="263"/>
            <ac:cxnSpMk id="28" creationId="{DE29B666-8931-0550-12F3-89381B871E5B}"/>
          </ac:cxnSpMkLst>
        </pc:cxnChg>
      </pc:sldChg>
      <pc:sldChg chg="addSp modSp mod">
        <pc:chgData name="Brian Wren" userId="54847ceb-bab2-4e6c-8246-a7dd5c6998f0" providerId="ADAL" clId="{CFF12F18-97B8-4856-94D4-19C17E85A31A}" dt="2026-04-20T18:48:49.730" v="951" actId="1076"/>
        <pc:sldMkLst>
          <pc:docMk/>
          <pc:sldMk cId="1084434613" sldId="264"/>
        </pc:sldMkLst>
        <pc:spChg chg="mod">
          <ac:chgData name="Brian Wren" userId="54847ceb-bab2-4e6c-8246-a7dd5c6998f0" providerId="ADAL" clId="{CFF12F18-97B8-4856-94D4-19C17E85A31A}" dt="2026-04-20T18:13:58.030" v="647" actId="14100"/>
          <ac:spMkLst>
            <pc:docMk/>
            <pc:sldMk cId="1084434613" sldId="264"/>
            <ac:spMk id="3" creationId="{7042A425-224F-E66E-058C-CE20D0A62474}"/>
          </ac:spMkLst>
        </pc:spChg>
        <pc:graphicFrameChg chg="add mod modGraphic">
          <ac:chgData name="Brian Wren" userId="54847ceb-bab2-4e6c-8246-a7dd5c6998f0" providerId="ADAL" clId="{CFF12F18-97B8-4856-94D4-19C17E85A31A}" dt="2026-04-20T18:48:49.730" v="951" actId="1076"/>
          <ac:graphicFrameMkLst>
            <pc:docMk/>
            <pc:sldMk cId="1084434613" sldId="264"/>
            <ac:graphicFrameMk id="5" creationId="{8BE14191-BF31-9A00-5986-1FEA7294E205}"/>
          </ac:graphicFrameMkLst>
        </pc:graphicFrameChg>
      </pc:sldChg>
      <pc:sldChg chg="addSp delSp modSp mod">
        <pc:chgData name="Brian Wren" userId="54847ceb-bab2-4e6c-8246-a7dd5c6998f0" providerId="ADAL" clId="{CFF12F18-97B8-4856-94D4-19C17E85A31A}" dt="2026-04-20T20:28:53.507" v="1296" actId="20577"/>
        <pc:sldMkLst>
          <pc:docMk/>
          <pc:sldMk cId="413666905" sldId="268"/>
        </pc:sldMkLst>
        <pc:spChg chg="mod">
          <ac:chgData name="Brian Wren" userId="54847ceb-bab2-4e6c-8246-a7dd5c6998f0" providerId="ADAL" clId="{CFF12F18-97B8-4856-94D4-19C17E85A31A}" dt="2026-04-20T20:28:53.507" v="1296" actId="20577"/>
          <ac:spMkLst>
            <pc:docMk/>
            <pc:sldMk cId="413666905" sldId="268"/>
            <ac:spMk id="2" creationId="{317C2DE3-72D6-3A14-69CB-97C7E655C1EC}"/>
          </ac:spMkLst>
        </pc:spChg>
        <pc:graphicFrameChg chg="add mod modGraphic">
          <ac:chgData name="Brian Wren" userId="54847ceb-bab2-4e6c-8246-a7dd5c6998f0" providerId="ADAL" clId="{CFF12F18-97B8-4856-94D4-19C17E85A31A}" dt="2026-04-20T20:28:46.099" v="1294" actId="20577"/>
          <ac:graphicFrameMkLst>
            <pc:docMk/>
            <pc:sldMk cId="413666905" sldId="268"/>
            <ac:graphicFrameMk id="5" creationId="{03E67248-718D-77B5-34AF-8C70AD69CBDB}"/>
          </ac:graphicFrameMkLst>
        </pc:graphicFrameChg>
      </pc:sldChg>
      <pc:sldChg chg="addSp delSp modSp mod">
        <pc:chgData name="Brian Wren" userId="54847ceb-bab2-4e6c-8246-a7dd5c6998f0" providerId="ADAL" clId="{CFF12F18-97B8-4856-94D4-19C17E85A31A}" dt="2026-04-20T20:33:36.873" v="1355" actId="1076"/>
        <pc:sldMkLst>
          <pc:docMk/>
          <pc:sldMk cId="175030380" sldId="269"/>
        </pc:sldMkLst>
        <pc:spChg chg="mod">
          <ac:chgData name="Brian Wren" userId="54847ceb-bab2-4e6c-8246-a7dd5c6998f0" providerId="ADAL" clId="{CFF12F18-97B8-4856-94D4-19C17E85A31A}" dt="2026-04-20T20:29:11.999" v="1301" actId="20577"/>
          <ac:spMkLst>
            <pc:docMk/>
            <pc:sldMk cId="175030380" sldId="269"/>
            <ac:spMk id="2" creationId="{9626BC83-46DA-6C07-7945-CB16448A3278}"/>
          </ac:spMkLst>
        </pc:spChg>
        <pc:spChg chg="add mod">
          <ac:chgData name="Brian Wren" userId="54847ceb-bab2-4e6c-8246-a7dd5c6998f0" providerId="ADAL" clId="{CFF12F18-97B8-4856-94D4-19C17E85A31A}" dt="2026-04-20T20:33:36.873" v="1355" actId="1076"/>
          <ac:spMkLst>
            <pc:docMk/>
            <pc:sldMk cId="175030380" sldId="269"/>
            <ac:spMk id="8" creationId="{47172F47-AA9D-141A-F58E-5E2ACAF39082}"/>
          </ac:spMkLst>
        </pc:spChg>
      </pc:sldChg>
      <pc:sldChg chg="addSp modSp mod ord">
        <pc:chgData name="Brian Wren" userId="54847ceb-bab2-4e6c-8246-a7dd5c6998f0" providerId="ADAL" clId="{CFF12F18-97B8-4856-94D4-19C17E85A31A}" dt="2026-04-20T20:29:18.796" v="1303"/>
        <pc:sldMkLst>
          <pc:docMk/>
          <pc:sldMk cId="322887286" sldId="270"/>
        </pc:sldMkLst>
        <pc:spChg chg="mod">
          <ac:chgData name="Brian Wren" userId="54847ceb-bab2-4e6c-8246-a7dd5c6998f0" providerId="ADAL" clId="{CFF12F18-97B8-4856-94D4-19C17E85A31A}" dt="2026-04-20T20:01:21.193" v="972" actId="6549"/>
          <ac:spMkLst>
            <pc:docMk/>
            <pc:sldMk cId="322887286" sldId="270"/>
            <ac:spMk id="3" creationId="{8DF2E501-E3F0-A5BC-6F08-E97D622642F3}"/>
          </ac:spMkLst>
        </pc:spChg>
        <pc:spChg chg="add mod">
          <ac:chgData name="Brian Wren" userId="54847ceb-bab2-4e6c-8246-a7dd5c6998f0" providerId="ADAL" clId="{CFF12F18-97B8-4856-94D4-19C17E85A31A}" dt="2026-04-20T20:01:40.610" v="974" actId="1076"/>
          <ac:spMkLst>
            <pc:docMk/>
            <pc:sldMk cId="322887286" sldId="270"/>
            <ac:spMk id="10" creationId="{1AA854FF-97C4-DF02-3E5F-07DB2C67648E}"/>
          </ac:spMkLst>
        </pc:spChg>
        <pc:spChg chg="add mod">
          <ac:chgData name="Brian Wren" userId="54847ceb-bab2-4e6c-8246-a7dd5c6998f0" providerId="ADAL" clId="{CFF12F18-97B8-4856-94D4-19C17E85A31A}" dt="2026-04-20T20:01:40.610" v="974" actId="1076"/>
          <ac:spMkLst>
            <pc:docMk/>
            <pc:sldMk cId="322887286" sldId="270"/>
            <ac:spMk id="11" creationId="{7F3246A3-D14C-5A76-B780-0F94DE77281C}"/>
          </ac:spMkLst>
        </pc:spChg>
        <pc:spChg chg="add mod">
          <ac:chgData name="Brian Wren" userId="54847ceb-bab2-4e6c-8246-a7dd5c6998f0" providerId="ADAL" clId="{CFF12F18-97B8-4856-94D4-19C17E85A31A}" dt="2026-04-20T20:01:40.610" v="974" actId="1076"/>
          <ac:spMkLst>
            <pc:docMk/>
            <pc:sldMk cId="322887286" sldId="270"/>
            <ac:spMk id="12" creationId="{B52F4751-7810-77CD-E4A7-DA3DC0F9D8DD}"/>
          </ac:spMkLst>
        </pc:spChg>
        <pc:spChg chg="add mod">
          <ac:chgData name="Brian Wren" userId="54847ceb-bab2-4e6c-8246-a7dd5c6998f0" providerId="ADAL" clId="{CFF12F18-97B8-4856-94D4-19C17E85A31A}" dt="2026-04-20T20:01:40.610" v="974" actId="1076"/>
          <ac:spMkLst>
            <pc:docMk/>
            <pc:sldMk cId="322887286" sldId="270"/>
            <ac:spMk id="13" creationId="{1823BF6E-299B-28CF-64B8-DA429DE14294}"/>
          </ac:spMkLst>
        </pc:spChg>
        <pc:spChg chg="add mod">
          <ac:chgData name="Brian Wren" userId="54847ceb-bab2-4e6c-8246-a7dd5c6998f0" providerId="ADAL" clId="{CFF12F18-97B8-4856-94D4-19C17E85A31A}" dt="2026-04-20T20:02:34.842" v="1009" actId="1076"/>
          <ac:spMkLst>
            <pc:docMk/>
            <pc:sldMk cId="322887286" sldId="270"/>
            <ac:spMk id="14" creationId="{6C47C2C8-355D-6794-D46A-25DE223CB0EA}"/>
          </ac:spMkLst>
        </pc:spChg>
        <pc:spChg chg="add mod">
          <ac:chgData name="Brian Wren" userId="54847ceb-bab2-4e6c-8246-a7dd5c6998f0" providerId="ADAL" clId="{CFF12F18-97B8-4856-94D4-19C17E85A31A}" dt="2026-04-20T20:02:26.440" v="1006" actId="1076"/>
          <ac:spMkLst>
            <pc:docMk/>
            <pc:sldMk cId="322887286" sldId="270"/>
            <ac:spMk id="20" creationId="{3D06DBC8-B042-2B56-55EC-3BB38F816BC3}"/>
          </ac:spMkLst>
        </pc:spChg>
        <pc:picChg chg="add mod">
          <ac:chgData name="Brian Wren" userId="54847ceb-bab2-4e6c-8246-a7dd5c6998f0" providerId="ADAL" clId="{CFF12F18-97B8-4856-94D4-19C17E85A31A}" dt="2026-04-20T20:01:44.774" v="975" actId="1076"/>
          <ac:picMkLst>
            <pc:docMk/>
            <pc:sldMk cId="322887286" sldId="270"/>
            <ac:picMk id="5" creationId="{69521AD9-9209-0118-E116-60D48A028FA8}"/>
          </ac:picMkLst>
        </pc:picChg>
        <pc:picChg chg="add mod">
          <ac:chgData name="Brian Wren" userId="54847ceb-bab2-4e6c-8246-a7dd5c6998f0" providerId="ADAL" clId="{CFF12F18-97B8-4856-94D4-19C17E85A31A}" dt="2026-04-20T20:01:40.610" v="974" actId="1076"/>
          <ac:picMkLst>
            <pc:docMk/>
            <pc:sldMk cId="322887286" sldId="270"/>
            <ac:picMk id="6" creationId="{3B3C127D-4AD4-5F06-E02D-1A208AD33784}"/>
          </ac:picMkLst>
        </pc:picChg>
        <pc:picChg chg="add mod">
          <ac:chgData name="Brian Wren" userId="54847ceb-bab2-4e6c-8246-a7dd5c6998f0" providerId="ADAL" clId="{CFF12F18-97B8-4856-94D4-19C17E85A31A}" dt="2026-04-20T20:01:40.610" v="974" actId="1076"/>
          <ac:picMkLst>
            <pc:docMk/>
            <pc:sldMk cId="322887286" sldId="270"/>
            <ac:picMk id="7" creationId="{27A22419-B4B3-A079-F5F4-9732D5CE486A}"/>
          </ac:picMkLst>
        </pc:picChg>
        <pc:picChg chg="add mod">
          <ac:chgData name="Brian Wren" userId="54847ceb-bab2-4e6c-8246-a7dd5c6998f0" providerId="ADAL" clId="{CFF12F18-97B8-4856-94D4-19C17E85A31A}" dt="2026-04-20T20:01:40.610" v="974" actId="1076"/>
          <ac:picMkLst>
            <pc:docMk/>
            <pc:sldMk cId="322887286" sldId="270"/>
            <ac:picMk id="8" creationId="{CC453B15-D0CE-8715-4E0B-460963FECED2}"/>
          </ac:picMkLst>
        </pc:picChg>
        <pc:picChg chg="add mod">
          <ac:chgData name="Brian Wren" userId="54847ceb-bab2-4e6c-8246-a7dd5c6998f0" providerId="ADAL" clId="{CFF12F18-97B8-4856-94D4-19C17E85A31A}" dt="2026-04-20T20:01:40.610" v="974" actId="1076"/>
          <ac:picMkLst>
            <pc:docMk/>
            <pc:sldMk cId="322887286" sldId="270"/>
            <ac:picMk id="9" creationId="{2F4B0C88-7F35-7142-A2C7-D7463015F59D}"/>
          </ac:picMkLst>
        </pc:picChg>
        <pc:picChg chg="add mod">
          <ac:chgData name="Brian Wren" userId="54847ceb-bab2-4e6c-8246-a7dd5c6998f0" providerId="ADAL" clId="{CFF12F18-97B8-4856-94D4-19C17E85A31A}" dt="2026-04-20T20:02:37.268" v="1010" actId="1076"/>
          <ac:picMkLst>
            <pc:docMk/>
            <pc:sldMk cId="322887286" sldId="270"/>
            <ac:picMk id="21" creationId="{784F3F27-7856-5ECE-CE27-8BCA845D051F}"/>
          </ac:picMkLst>
        </pc:picChg>
        <pc:cxnChg chg="add mod">
          <ac:chgData name="Brian Wren" userId="54847ceb-bab2-4e6c-8246-a7dd5c6998f0" providerId="ADAL" clId="{CFF12F18-97B8-4856-94D4-19C17E85A31A}" dt="2026-04-20T20:01:40.610" v="974" actId="1076"/>
          <ac:cxnSpMkLst>
            <pc:docMk/>
            <pc:sldMk cId="322887286" sldId="270"/>
            <ac:cxnSpMk id="18" creationId="{677AC0CB-BD98-BC91-4C3F-8B72B26346D7}"/>
          </ac:cxnSpMkLst>
        </pc:cxnChg>
        <pc:cxnChg chg="add mod">
          <ac:chgData name="Brian Wren" userId="54847ceb-bab2-4e6c-8246-a7dd5c6998f0" providerId="ADAL" clId="{CFF12F18-97B8-4856-94D4-19C17E85A31A}" dt="2026-04-20T20:02:04.842" v="977" actId="692"/>
          <ac:cxnSpMkLst>
            <pc:docMk/>
            <pc:sldMk cId="322887286" sldId="270"/>
            <ac:cxnSpMk id="19" creationId="{66BF7EA1-27D7-9A84-13CC-4F3ECCABB0AE}"/>
          </ac:cxnSpMkLst>
        </pc:cxnChg>
      </pc:sldChg>
      <pc:sldChg chg="add">
        <pc:chgData name="Brian Wren" userId="54847ceb-bab2-4e6c-8246-a7dd5c6998f0" providerId="ADAL" clId="{CFF12F18-97B8-4856-94D4-19C17E85A31A}" dt="2026-04-17T21:57:33.535" v="0"/>
        <pc:sldMkLst>
          <pc:docMk/>
          <pc:sldMk cId="578993356" sldId="275"/>
        </pc:sldMkLst>
      </pc:sldChg>
      <pc:sldChg chg="delSp new mod ord modClrScheme chgLayout">
        <pc:chgData name="Brian Wren" userId="54847ceb-bab2-4e6c-8246-a7dd5c6998f0" providerId="ADAL" clId="{CFF12F18-97B8-4856-94D4-19C17E85A31A}" dt="2026-04-20T20:00:17.657" v="967"/>
        <pc:sldMkLst>
          <pc:docMk/>
          <pc:sldMk cId="2095093451" sldId="280"/>
        </pc:sldMkLst>
      </pc:sldChg>
      <pc:sldChg chg="delSp new mod modClrScheme chgLayout">
        <pc:chgData name="Brian Wren" userId="54847ceb-bab2-4e6c-8246-a7dd5c6998f0" providerId="ADAL" clId="{CFF12F18-97B8-4856-94D4-19C17E85A31A}" dt="2026-04-20T18:50:26.047" v="958" actId="700"/>
        <pc:sldMkLst>
          <pc:docMk/>
          <pc:sldMk cId="803973300" sldId="281"/>
        </pc:sldMkLst>
      </pc:sldChg>
      <pc:sldChg chg="addSp delSp modSp add mod">
        <pc:chgData name="Brian Wren" userId="54847ceb-bab2-4e6c-8246-a7dd5c6998f0" providerId="ADAL" clId="{CFF12F18-97B8-4856-94D4-19C17E85A31A}" dt="2026-04-20T22:01:48.464" v="1378"/>
        <pc:sldMkLst>
          <pc:docMk/>
          <pc:sldMk cId="2749782532" sldId="282"/>
        </pc:sldMkLst>
        <pc:spChg chg="mod">
          <ac:chgData name="Brian Wren" userId="54847ceb-bab2-4e6c-8246-a7dd5c6998f0" providerId="ADAL" clId="{CFF12F18-97B8-4856-94D4-19C17E85A31A}" dt="2026-04-20T22:01:22.186" v="1374" actId="20577"/>
          <ac:spMkLst>
            <pc:docMk/>
            <pc:sldMk cId="2749782532" sldId="282"/>
            <ac:spMk id="5" creationId="{BE1E5CAD-23FE-A4D7-B096-3334A7D79C8B}"/>
          </ac:spMkLst>
        </pc:spChg>
        <pc:spChg chg="mod">
          <ac:chgData name="Brian Wren" userId="54847ceb-bab2-4e6c-8246-a7dd5c6998f0" providerId="ADAL" clId="{CFF12F18-97B8-4856-94D4-19C17E85A31A}" dt="2026-04-20T22:01:48.464" v="1378"/>
          <ac:spMkLst>
            <pc:docMk/>
            <pc:sldMk cId="2749782532" sldId="282"/>
            <ac:spMk id="7" creationId="{9FC71F19-CB0D-6056-8B2E-7670D5A913DD}"/>
          </ac:spMkLst>
        </pc:spChg>
        <pc:spChg chg="mod">
          <ac:chgData name="Brian Wren" userId="54847ceb-bab2-4e6c-8246-a7dd5c6998f0" providerId="ADAL" clId="{CFF12F18-97B8-4856-94D4-19C17E85A31A}" dt="2026-04-20T22:01:31.666" v="1375"/>
          <ac:spMkLst>
            <pc:docMk/>
            <pc:sldMk cId="2749782532" sldId="282"/>
            <ac:spMk id="9" creationId="{F7177573-C298-FAF8-2140-0326B263D0A5}"/>
          </ac:spMkLst>
        </pc:spChg>
        <pc:spChg chg="add mod">
          <ac:chgData name="Brian Wren" userId="54847ceb-bab2-4e6c-8246-a7dd5c6998f0" providerId="ADAL" clId="{CFF12F18-97B8-4856-94D4-19C17E85A31A}" dt="2026-04-20T22:00:50.741" v="1359" actId="478"/>
          <ac:spMkLst>
            <pc:docMk/>
            <pc:sldMk cId="2749782532" sldId="282"/>
            <ac:spMk id="10" creationId="{E7518427-BB32-57A8-DD14-7389C60963A2}"/>
          </ac:spMkLst>
        </pc:spChg>
        <pc:picChg chg="add mod">
          <ac:chgData name="Brian Wren" userId="54847ceb-bab2-4e6c-8246-a7dd5c6998f0" providerId="ADAL" clId="{CFF12F18-97B8-4856-94D4-19C17E85A31A}" dt="2026-04-20T22:01:10.289" v="1363" actId="962"/>
          <ac:picMkLst>
            <pc:docMk/>
            <pc:sldMk cId="2749782532" sldId="282"/>
            <ac:picMk id="15" creationId="{5EC9116D-64E2-BBA6-0EE9-4D98D844A0D0}"/>
          </ac:picMkLst>
        </pc:picChg>
      </pc:sldChg>
      <pc:sldChg chg="addSp delSp modSp mod">
        <pc:chgData name="Brian Wren" userId="54847ceb-bab2-4e6c-8246-a7dd5c6998f0" providerId="ADAL" clId="{CFF12F18-97B8-4856-94D4-19C17E85A31A}" dt="2026-04-26T00:29:27.821" v="1462" actId="962"/>
        <pc:sldMkLst>
          <pc:docMk/>
          <pc:sldMk cId="3212796445" sldId="286"/>
        </pc:sldMkLst>
        <pc:spChg chg="del">
          <ac:chgData name="Brian Wren" userId="54847ceb-bab2-4e6c-8246-a7dd5c6998f0" providerId="ADAL" clId="{CFF12F18-97B8-4856-94D4-19C17E85A31A}" dt="2026-04-26T00:18:28.345" v="1451" actId="478"/>
          <ac:spMkLst>
            <pc:docMk/>
            <pc:sldMk cId="3212796445" sldId="286"/>
            <ac:spMk id="3" creationId="{EE1BF597-9337-76AA-EB2D-A2C91579FDEE}"/>
          </ac:spMkLst>
        </pc:spChg>
        <pc:picChg chg="add mod">
          <ac:chgData name="Brian Wren" userId="54847ceb-bab2-4e6c-8246-a7dd5c6998f0" providerId="ADAL" clId="{CFF12F18-97B8-4856-94D4-19C17E85A31A}" dt="2026-04-26T00:18:46.912" v="1455" actId="962"/>
          <ac:picMkLst>
            <pc:docMk/>
            <pc:sldMk cId="3212796445" sldId="286"/>
            <ac:picMk id="5" creationId="{5395E560-38A1-685E-43D1-666DC470B5DB}"/>
          </ac:picMkLst>
        </pc:picChg>
        <pc:picChg chg="add del mod">
          <ac:chgData name="Brian Wren" userId="54847ceb-bab2-4e6c-8246-a7dd5c6998f0" providerId="ADAL" clId="{CFF12F18-97B8-4856-94D4-19C17E85A31A}" dt="2026-04-26T00:29:12.733" v="1458" actId="478"/>
          <ac:picMkLst>
            <pc:docMk/>
            <pc:sldMk cId="3212796445" sldId="286"/>
            <ac:picMk id="7" creationId="{12091E53-E0F7-B5CE-4A0A-5E4104D521AF}"/>
          </ac:picMkLst>
        </pc:picChg>
        <pc:picChg chg="add mod">
          <ac:chgData name="Brian Wren" userId="54847ceb-bab2-4e6c-8246-a7dd5c6998f0" providerId="ADAL" clId="{CFF12F18-97B8-4856-94D4-19C17E85A31A}" dt="2026-04-26T00:29:27.821" v="1462" actId="962"/>
          <ac:picMkLst>
            <pc:docMk/>
            <pc:sldMk cId="3212796445" sldId="286"/>
            <ac:picMk id="9" creationId="{2F954FBF-BCFC-1F14-E7AF-B925749BFA32}"/>
          </ac:picMkLst>
        </pc:picChg>
      </pc:sldChg>
    </pc:docChg>
  </pc:docChgLst>
  <pc:docChgLst>
    <pc:chgData name="Brian Wren" userId="54847ceb-bab2-4e6c-8246-a7dd5c6998f0" providerId="ADAL" clId="{D4CEB6ED-863A-432D-8676-B9990B83E056}"/>
    <pc:docChg chg="undo redo custSel addSld delSld modSld sldOrd">
      <pc:chgData name="Brian Wren" userId="54847ceb-bab2-4e6c-8246-a7dd5c6998f0" providerId="ADAL" clId="{D4CEB6ED-863A-432D-8676-B9990B83E056}" dt="2026-04-26T20:29:58.580" v="1988" actId="20577"/>
      <pc:docMkLst>
        <pc:docMk/>
      </pc:docMkLst>
      <pc:sldChg chg="del">
        <pc:chgData name="Brian Wren" userId="54847ceb-bab2-4e6c-8246-a7dd5c6998f0" providerId="ADAL" clId="{D4CEB6ED-863A-432D-8676-B9990B83E056}" dt="2026-04-25T23:37:10.798" v="652" actId="47"/>
        <pc:sldMkLst>
          <pc:docMk/>
          <pc:sldMk cId="3544596844" sldId="257"/>
        </pc:sldMkLst>
      </pc:sldChg>
      <pc:sldChg chg="modSp mod">
        <pc:chgData name="Brian Wren" userId="54847ceb-bab2-4e6c-8246-a7dd5c6998f0" providerId="ADAL" clId="{D4CEB6ED-863A-432D-8676-B9990B83E056}" dt="2026-04-26T00:03:45.418" v="737" actId="20577"/>
        <pc:sldMkLst>
          <pc:docMk/>
          <pc:sldMk cId="652903251" sldId="258"/>
        </pc:sldMkLst>
        <pc:spChg chg="mod">
          <ac:chgData name="Brian Wren" userId="54847ceb-bab2-4e6c-8246-a7dd5c6998f0" providerId="ADAL" clId="{D4CEB6ED-863A-432D-8676-B9990B83E056}" dt="2026-04-26T00:03:45.418" v="737" actId="20577"/>
          <ac:spMkLst>
            <pc:docMk/>
            <pc:sldMk cId="652903251" sldId="258"/>
            <ac:spMk id="3" creationId="{8F70FC9E-F631-E327-02CC-53FB0D14F7F4}"/>
          </ac:spMkLst>
        </pc:spChg>
      </pc:sldChg>
      <pc:sldChg chg="del">
        <pc:chgData name="Brian Wren" userId="54847ceb-bab2-4e6c-8246-a7dd5c6998f0" providerId="ADAL" clId="{D4CEB6ED-863A-432D-8676-B9990B83E056}" dt="2026-04-25T23:48:02.754" v="653" actId="47"/>
        <pc:sldMkLst>
          <pc:docMk/>
          <pc:sldMk cId="430302100" sldId="259"/>
        </pc:sldMkLst>
      </pc:sldChg>
      <pc:sldChg chg="modSp mod">
        <pc:chgData name="Brian Wren" userId="54847ceb-bab2-4e6c-8246-a7dd5c6998f0" providerId="ADAL" clId="{D4CEB6ED-863A-432D-8676-B9990B83E056}" dt="2026-04-25T23:48:30.913" v="699" actId="20577"/>
        <pc:sldMkLst>
          <pc:docMk/>
          <pc:sldMk cId="2094403090" sldId="260"/>
        </pc:sldMkLst>
        <pc:spChg chg="mod">
          <ac:chgData name="Brian Wren" userId="54847ceb-bab2-4e6c-8246-a7dd5c6998f0" providerId="ADAL" clId="{D4CEB6ED-863A-432D-8676-B9990B83E056}" dt="2026-04-25T23:48:30.913" v="699" actId="20577"/>
          <ac:spMkLst>
            <pc:docMk/>
            <pc:sldMk cId="2094403090" sldId="260"/>
            <ac:spMk id="25" creationId="{642D5688-74CA-9413-778C-CFA26A61A7E5}"/>
          </ac:spMkLst>
        </pc:spChg>
        <pc:picChg chg="mod">
          <ac:chgData name="Brian Wren" userId="54847ceb-bab2-4e6c-8246-a7dd5c6998f0" providerId="ADAL" clId="{D4CEB6ED-863A-432D-8676-B9990B83E056}" dt="2026-04-25T23:48:18.095" v="656" actId="1076"/>
          <ac:picMkLst>
            <pc:docMk/>
            <pc:sldMk cId="2094403090" sldId="260"/>
            <ac:picMk id="13" creationId="{5A11BA79-92B4-6D2C-80FE-29687A5ACF7D}"/>
          </ac:picMkLst>
        </pc:picChg>
        <pc:picChg chg="mod">
          <ac:chgData name="Brian Wren" userId="54847ceb-bab2-4e6c-8246-a7dd5c6998f0" providerId="ADAL" clId="{D4CEB6ED-863A-432D-8676-B9990B83E056}" dt="2026-04-25T23:48:12.201" v="655" actId="1076"/>
          <ac:picMkLst>
            <pc:docMk/>
            <pc:sldMk cId="2094403090" sldId="260"/>
            <ac:picMk id="15" creationId="{248A7B2C-F884-09F2-089D-9B0EDA5F2772}"/>
          </ac:picMkLst>
        </pc:picChg>
      </pc:sldChg>
      <pc:sldChg chg="modSp mod ord">
        <pc:chgData name="Brian Wren" userId="54847ceb-bab2-4e6c-8246-a7dd5c6998f0" providerId="ADAL" clId="{D4CEB6ED-863A-432D-8676-B9990B83E056}" dt="2026-04-26T18:27:18.812" v="1238" actId="167"/>
        <pc:sldMkLst>
          <pc:docMk/>
          <pc:sldMk cId="1972606503" sldId="261"/>
        </pc:sldMkLst>
        <pc:spChg chg="mod ord">
          <ac:chgData name="Brian Wren" userId="54847ceb-bab2-4e6c-8246-a7dd5c6998f0" providerId="ADAL" clId="{D4CEB6ED-863A-432D-8676-B9990B83E056}" dt="2026-04-26T18:27:18.812" v="1238" actId="167"/>
          <ac:spMkLst>
            <pc:docMk/>
            <pc:sldMk cId="1972606503" sldId="261"/>
            <ac:spMk id="10" creationId="{6A9458BD-C213-58E6-3E3E-867B424706A5}"/>
          </ac:spMkLst>
        </pc:spChg>
        <pc:spChg chg="mod ord">
          <ac:chgData name="Brian Wren" userId="54847ceb-bab2-4e6c-8246-a7dd5c6998f0" providerId="ADAL" clId="{D4CEB6ED-863A-432D-8676-B9990B83E056}" dt="2026-04-26T18:27:18.812" v="1238" actId="167"/>
          <ac:spMkLst>
            <pc:docMk/>
            <pc:sldMk cId="1972606503" sldId="261"/>
            <ac:spMk id="11" creationId="{BD165978-B751-6A36-B181-5565F19DCA9D}"/>
          </ac:spMkLst>
        </pc:spChg>
        <pc:spChg chg="mod ord">
          <ac:chgData name="Brian Wren" userId="54847ceb-bab2-4e6c-8246-a7dd5c6998f0" providerId="ADAL" clId="{D4CEB6ED-863A-432D-8676-B9990B83E056}" dt="2026-04-26T18:27:18.812" v="1238" actId="167"/>
          <ac:spMkLst>
            <pc:docMk/>
            <pc:sldMk cId="1972606503" sldId="261"/>
            <ac:spMk id="14" creationId="{772F5B95-7A79-DE39-E8C2-9A636C71EA88}"/>
          </ac:spMkLst>
        </pc:spChg>
        <pc:spChg chg="mod ord">
          <ac:chgData name="Brian Wren" userId="54847ceb-bab2-4e6c-8246-a7dd5c6998f0" providerId="ADAL" clId="{D4CEB6ED-863A-432D-8676-B9990B83E056}" dt="2026-04-26T18:27:18.812" v="1238" actId="167"/>
          <ac:spMkLst>
            <pc:docMk/>
            <pc:sldMk cId="1972606503" sldId="261"/>
            <ac:spMk id="17" creationId="{2510629E-BBFC-3EBD-D5F0-0F4ADC66A5E5}"/>
          </ac:spMkLst>
        </pc:spChg>
        <pc:cxnChg chg="mod">
          <ac:chgData name="Brian Wren" userId="54847ceb-bab2-4e6c-8246-a7dd5c6998f0" providerId="ADAL" clId="{D4CEB6ED-863A-432D-8676-B9990B83E056}" dt="2026-04-26T18:27:02.909" v="1236" actId="208"/>
          <ac:cxnSpMkLst>
            <pc:docMk/>
            <pc:sldMk cId="1972606503" sldId="261"/>
            <ac:cxnSpMk id="19" creationId="{9D85947A-CA2B-3CE1-85E3-928798FEF6F4}"/>
          </ac:cxnSpMkLst>
        </pc:cxnChg>
        <pc:cxnChg chg="mod">
          <ac:chgData name="Brian Wren" userId="54847ceb-bab2-4e6c-8246-a7dd5c6998f0" providerId="ADAL" clId="{D4CEB6ED-863A-432D-8676-B9990B83E056}" dt="2026-04-26T18:27:02.909" v="1236" actId="208"/>
          <ac:cxnSpMkLst>
            <pc:docMk/>
            <pc:sldMk cId="1972606503" sldId="261"/>
            <ac:cxnSpMk id="20" creationId="{0F39BA35-70F0-D3D5-16E4-AE1E172883BE}"/>
          </ac:cxnSpMkLst>
        </pc:cxnChg>
      </pc:sldChg>
      <pc:sldChg chg="addSp delSp modSp mod ord">
        <pc:chgData name="Brian Wren" userId="54847ceb-bab2-4e6c-8246-a7dd5c6998f0" providerId="ADAL" clId="{D4CEB6ED-863A-432D-8676-B9990B83E056}" dt="2026-04-26T18:41:54.819" v="1368" actId="20577"/>
        <pc:sldMkLst>
          <pc:docMk/>
          <pc:sldMk cId="1577111246" sldId="262"/>
        </pc:sldMkLst>
        <pc:spChg chg="mod">
          <ac:chgData name="Brian Wren" userId="54847ceb-bab2-4e6c-8246-a7dd5c6998f0" providerId="ADAL" clId="{D4CEB6ED-863A-432D-8676-B9990B83E056}" dt="2026-04-26T18:41:54.819" v="1368" actId="20577"/>
          <ac:spMkLst>
            <pc:docMk/>
            <pc:sldMk cId="1577111246" sldId="262"/>
            <ac:spMk id="2" creationId="{64C6C975-DDCB-FA8D-7A88-4BF6FAB8663E}"/>
          </ac:spMkLst>
        </pc:spChg>
        <pc:spChg chg="mod">
          <ac:chgData name="Brian Wren" userId="54847ceb-bab2-4e6c-8246-a7dd5c6998f0" providerId="ADAL" clId="{D4CEB6ED-863A-432D-8676-B9990B83E056}" dt="2026-04-26T18:33:51.174" v="1239" actId="1076"/>
          <ac:spMkLst>
            <pc:docMk/>
            <pc:sldMk cId="1577111246" sldId="262"/>
            <ac:spMk id="3" creationId="{F5045DD7-6D35-4B82-24AD-1F95539E5740}"/>
          </ac:spMkLst>
        </pc:spChg>
        <pc:spChg chg="add del mod">
          <ac:chgData name="Brian Wren" userId="54847ceb-bab2-4e6c-8246-a7dd5c6998f0" providerId="ADAL" clId="{D4CEB6ED-863A-432D-8676-B9990B83E056}" dt="2026-04-26T00:06:58.687" v="764" actId="478"/>
          <ac:spMkLst>
            <pc:docMk/>
            <pc:sldMk cId="1577111246" sldId="262"/>
            <ac:spMk id="4" creationId="{86AE3EAD-B7BC-7305-F1CB-FEA63D85C00A}"/>
          </ac:spMkLst>
        </pc:spChg>
        <pc:spChg chg="add mod">
          <ac:chgData name="Brian Wren" userId="54847ceb-bab2-4e6c-8246-a7dd5c6998f0" providerId="ADAL" clId="{D4CEB6ED-863A-432D-8676-B9990B83E056}" dt="2026-04-26T18:41:50.897" v="1367" actId="1076"/>
          <ac:spMkLst>
            <pc:docMk/>
            <pc:sldMk cId="1577111246" sldId="262"/>
            <ac:spMk id="6" creationId="{A1880668-C0C9-FC3E-C37D-B46B445B6006}"/>
          </ac:spMkLst>
        </pc:spChg>
        <pc:spChg chg="mod">
          <ac:chgData name="Brian Wren" userId="54847ceb-bab2-4e6c-8246-a7dd5c6998f0" providerId="ADAL" clId="{D4CEB6ED-863A-432D-8676-B9990B83E056}" dt="2026-04-26T18:39:52.096" v="1365" actId="1076"/>
          <ac:spMkLst>
            <pc:docMk/>
            <pc:sldMk cId="1577111246" sldId="262"/>
            <ac:spMk id="8" creationId="{E2E60DC1-81E4-2A79-5779-2D3B3020B9C7}"/>
          </ac:spMkLst>
        </pc:spChg>
        <pc:spChg chg="mod">
          <ac:chgData name="Brian Wren" userId="54847ceb-bab2-4e6c-8246-a7dd5c6998f0" providerId="ADAL" clId="{D4CEB6ED-863A-432D-8676-B9990B83E056}" dt="2026-04-26T18:39:52.096" v="1365" actId="1076"/>
          <ac:spMkLst>
            <pc:docMk/>
            <pc:sldMk cId="1577111246" sldId="262"/>
            <ac:spMk id="10" creationId="{75380BD3-F822-7AF1-F317-BA075B78A709}"/>
          </ac:spMkLst>
        </pc:spChg>
        <pc:spChg chg="mod">
          <ac:chgData name="Brian Wren" userId="54847ceb-bab2-4e6c-8246-a7dd5c6998f0" providerId="ADAL" clId="{D4CEB6ED-863A-432D-8676-B9990B83E056}" dt="2026-04-26T18:39:52.096" v="1365" actId="1076"/>
          <ac:spMkLst>
            <pc:docMk/>
            <pc:sldMk cId="1577111246" sldId="262"/>
            <ac:spMk id="12" creationId="{73F9FBBB-7E38-4D7A-17C7-DFBFE97FBE26}"/>
          </ac:spMkLst>
        </pc:spChg>
        <pc:spChg chg="mod ord">
          <ac:chgData name="Brian Wren" userId="54847ceb-bab2-4e6c-8246-a7dd5c6998f0" providerId="ADAL" clId="{D4CEB6ED-863A-432D-8676-B9990B83E056}" dt="2026-04-26T18:39:52.096" v="1365" actId="1076"/>
          <ac:spMkLst>
            <pc:docMk/>
            <pc:sldMk cId="1577111246" sldId="262"/>
            <ac:spMk id="13" creationId="{5FB27A87-3A1E-8135-9C94-75CC8C6D88BC}"/>
          </ac:spMkLst>
        </pc:spChg>
        <pc:spChg chg="mod">
          <ac:chgData name="Brian Wren" userId="54847ceb-bab2-4e6c-8246-a7dd5c6998f0" providerId="ADAL" clId="{D4CEB6ED-863A-432D-8676-B9990B83E056}" dt="2026-04-26T18:39:52.096" v="1365" actId="1076"/>
          <ac:spMkLst>
            <pc:docMk/>
            <pc:sldMk cId="1577111246" sldId="262"/>
            <ac:spMk id="15" creationId="{C74133A0-16D3-0617-DD1E-010411BA84F8}"/>
          </ac:spMkLst>
        </pc:spChg>
        <pc:picChg chg="mod">
          <ac:chgData name="Brian Wren" userId="54847ceb-bab2-4e6c-8246-a7dd5c6998f0" providerId="ADAL" clId="{D4CEB6ED-863A-432D-8676-B9990B83E056}" dt="2026-04-26T18:39:52.096" v="1365" actId="1076"/>
          <ac:picMkLst>
            <pc:docMk/>
            <pc:sldMk cId="1577111246" sldId="262"/>
            <ac:picMk id="5" creationId="{78973863-1789-04B5-7EA9-8D9C86A86CF0}"/>
          </ac:picMkLst>
        </pc:picChg>
        <pc:picChg chg="mod">
          <ac:chgData name="Brian Wren" userId="54847ceb-bab2-4e6c-8246-a7dd5c6998f0" providerId="ADAL" clId="{D4CEB6ED-863A-432D-8676-B9990B83E056}" dt="2026-04-26T18:39:52.096" v="1365" actId="1076"/>
          <ac:picMkLst>
            <pc:docMk/>
            <pc:sldMk cId="1577111246" sldId="262"/>
            <ac:picMk id="7" creationId="{54AA4B7D-83CD-A88D-0080-12E71C187CBD}"/>
          </ac:picMkLst>
        </pc:picChg>
        <pc:picChg chg="mod">
          <ac:chgData name="Brian Wren" userId="54847ceb-bab2-4e6c-8246-a7dd5c6998f0" providerId="ADAL" clId="{D4CEB6ED-863A-432D-8676-B9990B83E056}" dt="2026-04-26T18:39:52.096" v="1365" actId="1076"/>
          <ac:picMkLst>
            <pc:docMk/>
            <pc:sldMk cId="1577111246" sldId="262"/>
            <ac:picMk id="9" creationId="{FC8B3DE4-0DB7-08A4-82CC-8FD39401029B}"/>
          </ac:picMkLst>
        </pc:picChg>
        <pc:picChg chg="mod">
          <ac:chgData name="Brian Wren" userId="54847ceb-bab2-4e6c-8246-a7dd5c6998f0" providerId="ADAL" clId="{D4CEB6ED-863A-432D-8676-B9990B83E056}" dt="2026-04-26T18:39:52.096" v="1365" actId="1076"/>
          <ac:picMkLst>
            <pc:docMk/>
            <pc:sldMk cId="1577111246" sldId="262"/>
            <ac:picMk id="11" creationId="{AE5612FF-7AB5-0D6B-326C-40B8D402DE6E}"/>
          </ac:picMkLst>
        </pc:picChg>
        <pc:picChg chg="mod">
          <ac:chgData name="Brian Wren" userId="54847ceb-bab2-4e6c-8246-a7dd5c6998f0" providerId="ADAL" clId="{D4CEB6ED-863A-432D-8676-B9990B83E056}" dt="2026-04-26T18:39:52.096" v="1365" actId="1076"/>
          <ac:picMkLst>
            <pc:docMk/>
            <pc:sldMk cId="1577111246" sldId="262"/>
            <ac:picMk id="14" creationId="{05A7F5BA-1BE7-7F05-3EB8-20F20635747B}"/>
          </ac:picMkLst>
        </pc:picChg>
      </pc:sldChg>
      <pc:sldChg chg="addSp delSp modSp mod ord addAnim delAnim modAnim">
        <pc:chgData name="Brian Wren" userId="54847ceb-bab2-4e6c-8246-a7dd5c6998f0" providerId="ADAL" clId="{D4CEB6ED-863A-432D-8676-B9990B83E056}" dt="2026-04-26T20:11:02.414" v="1915"/>
        <pc:sldMkLst>
          <pc:docMk/>
          <pc:sldMk cId="596365837" sldId="263"/>
        </pc:sldMkLst>
        <pc:spChg chg="mod">
          <ac:chgData name="Brian Wren" userId="54847ceb-bab2-4e6c-8246-a7dd5c6998f0" providerId="ADAL" clId="{D4CEB6ED-863A-432D-8676-B9990B83E056}" dt="2026-04-26T18:43:01.067" v="1440" actId="20577"/>
          <ac:spMkLst>
            <pc:docMk/>
            <pc:sldMk cId="596365837" sldId="263"/>
            <ac:spMk id="2" creationId="{2F5AD13B-BA9A-687D-15B5-4F96527D8EDF}"/>
          </ac:spMkLst>
        </pc:spChg>
        <pc:spChg chg="mod">
          <ac:chgData name="Brian Wren" userId="54847ceb-bab2-4e6c-8246-a7dd5c6998f0" providerId="ADAL" clId="{D4CEB6ED-863A-432D-8676-B9990B83E056}" dt="2026-04-26T19:43:14.626" v="1733" actId="1035"/>
          <ac:spMkLst>
            <pc:docMk/>
            <pc:sldMk cId="596365837" sldId="263"/>
            <ac:spMk id="3" creationId="{781362D6-8B9E-031E-A0B0-EEE216F92F8C}"/>
          </ac:spMkLst>
        </pc:spChg>
        <pc:spChg chg="add mod">
          <ac:chgData name="Brian Wren" userId="54847ceb-bab2-4e6c-8246-a7dd5c6998f0" providerId="ADAL" clId="{D4CEB6ED-863A-432D-8676-B9990B83E056}" dt="2026-04-26T19:43:05.678" v="1701" actId="1076"/>
          <ac:spMkLst>
            <pc:docMk/>
            <pc:sldMk cId="596365837" sldId="263"/>
            <ac:spMk id="4" creationId="{6C1C4347-6DD7-AA4F-090E-097C80AB58BF}"/>
          </ac:spMkLst>
        </pc:spChg>
        <pc:spChg chg="add mod ord">
          <ac:chgData name="Brian Wren" userId="54847ceb-bab2-4e6c-8246-a7dd5c6998f0" providerId="ADAL" clId="{D4CEB6ED-863A-432D-8676-B9990B83E056}" dt="2026-04-26T20:05:49.411" v="1889" actId="208"/>
          <ac:spMkLst>
            <pc:docMk/>
            <pc:sldMk cId="596365837" sldId="263"/>
            <ac:spMk id="10" creationId="{F1069BAF-9AAF-E6B1-C553-3A6B09B89B25}"/>
          </ac:spMkLst>
        </pc:spChg>
        <pc:spChg chg="add mod">
          <ac:chgData name="Brian Wren" userId="54847ceb-bab2-4e6c-8246-a7dd5c6998f0" providerId="ADAL" clId="{D4CEB6ED-863A-432D-8676-B9990B83E056}" dt="2026-04-26T19:46:11.971" v="1782" actId="1076"/>
          <ac:spMkLst>
            <pc:docMk/>
            <pc:sldMk cId="596365837" sldId="263"/>
            <ac:spMk id="11" creationId="{74A2137E-9AF9-8E9C-F69C-4F3A54C3045C}"/>
          </ac:spMkLst>
        </pc:spChg>
        <pc:spChg chg="mod ord">
          <ac:chgData name="Brian Wren" userId="54847ceb-bab2-4e6c-8246-a7dd5c6998f0" providerId="ADAL" clId="{D4CEB6ED-863A-432D-8676-B9990B83E056}" dt="2026-04-26T20:04:53.065" v="1888" actId="166"/>
          <ac:spMkLst>
            <pc:docMk/>
            <pc:sldMk cId="596365837" sldId="263"/>
            <ac:spMk id="12" creationId="{308C9BCC-627D-4954-6BDD-B444A7265D7C}"/>
          </ac:spMkLst>
        </pc:spChg>
        <pc:spChg chg="add mod">
          <ac:chgData name="Brian Wren" userId="54847ceb-bab2-4e6c-8246-a7dd5c6998f0" providerId="ADAL" clId="{D4CEB6ED-863A-432D-8676-B9990B83E056}" dt="2026-04-26T19:46:17.298" v="1783" actId="1076"/>
          <ac:spMkLst>
            <pc:docMk/>
            <pc:sldMk cId="596365837" sldId="263"/>
            <ac:spMk id="13" creationId="{AA9340E9-1F0A-9E61-8216-0A1649181301}"/>
          </ac:spMkLst>
        </pc:spChg>
        <pc:spChg chg="add mod">
          <ac:chgData name="Brian Wren" userId="54847ceb-bab2-4e6c-8246-a7dd5c6998f0" providerId="ADAL" clId="{D4CEB6ED-863A-432D-8676-B9990B83E056}" dt="2026-04-26T19:46:21.265" v="1784" actId="1076"/>
          <ac:spMkLst>
            <pc:docMk/>
            <pc:sldMk cId="596365837" sldId="263"/>
            <ac:spMk id="14" creationId="{A8FECAA1-943A-587E-6673-955396F2BEB9}"/>
          </ac:spMkLst>
        </pc:spChg>
        <pc:spChg chg="mod">
          <ac:chgData name="Brian Wren" userId="54847ceb-bab2-4e6c-8246-a7dd5c6998f0" providerId="ADAL" clId="{D4CEB6ED-863A-432D-8676-B9990B83E056}" dt="2026-04-26T19:55:32.226" v="1859" actId="208"/>
          <ac:spMkLst>
            <pc:docMk/>
            <pc:sldMk cId="596365837" sldId="263"/>
            <ac:spMk id="16" creationId="{45CF2D79-C356-9F58-5476-3091042BDCDA}"/>
          </ac:spMkLst>
        </pc:spChg>
        <pc:spChg chg="del mod ord">
          <ac:chgData name="Brian Wren" userId="54847ceb-bab2-4e6c-8246-a7dd5c6998f0" providerId="ADAL" clId="{D4CEB6ED-863A-432D-8676-B9990B83E056}" dt="2026-04-26T20:01:25.969" v="1873" actId="478"/>
          <ac:spMkLst>
            <pc:docMk/>
            <pc:sldMk cId="596365837" sldId="263"/>
            <ac:spMk id="21" creationId="{797B4D61-AF19-7F88-23FE-B068B40A7201}"/>
          </ac:spMkLst>
        </pc:spChg>
        <pc:spChg chg="del mod ord">
          <ac:chgData name="Brian Wren" userId="54847ceb-bab2-4e6c-8246-a7dd5c6998f0" providerId="ADAL" clId="{D4CEB6ED-863A-432D-8676-B9990B83E056}" dt="2026-04-26T20:01:25.969" v="1873" actId="478"/>
          <ac:spMkLst>
            <pc:docMk/>
            <pc:sldMk cId="596365837" sldId="263"/>
            <ac:spMk id="22" creationId="{F60D80B6-2E95-D009-4B2C-8B063DCF11DB}"/>
          </ac:spMkLst>
        </pc:spChg>
        <pc:spChg chg="del mod">
          <ac:chgData name="Brian Wren" userId="54847ceb-bab2-4e6c-8246-a7dd5c6998f0" providerId="ADAL" clId="{D4CEB6ED-863A-432D-8676-B9990B83E056}" dt="2026-04-26T20:03:20.671" v="1884" actId="478"/>
          <ac:spMkLst>
            <pc:docMk/>
            <pc:sldMk cId="596365837" sldId="263"/>
            <ac:spMk id="26" creationId="{8951F436-E55D-7A84-C605-C080C24D9554}"/>
          </ac:spMkLst>
        </pc:spChg>
        <pc:spChg chg="del mod">
          <ac:chgData name="Brian Wren" userId="54847ceb-bab2-4e6c-8246-a7dd5c6998f0" providerId="ADAL" clId="{D4CEB6ED-863A-432D-8676-B9990B83E056}" dt="2026-04-26T20:03:20.671" v="1884" actId="478"/>
          <ac:spMkLst>
            <pc:docMk/>
            <pc:sldMk cId="596365837" sldId="263"/>
            <ac:spMk id="27" creationId="{CA4D8185-3A93-2070-5AFE-4508E6627641}"/>
          </ac:spMkLst>
        </pc:spChg>
        <pc:spChg chg="mod">
          <ac:chgData name="Brian Wren" userId="54847ceb-bab2-4e6c-8246-a7dd5c6998f0" providerId="ADAL" clId="{D4CEB6ED-863A-432D-8676-B9990B83E056}" dt="2026-04-26T19:43:14.626" v="1733" actId="1035"/>
          <ac:spMkLst>
            <pc:docMk/>
            <pc:sldMk cId="596365837" sldId="263"/>
            <ac:spMk id="29" creationId="{B9CDBD4E-3B4D-F371-812D-5B2EF8F36DAF}"/>
          </ac:spMkLst>
        </pc:spChg>
        <pc:spChg chg="add mod">
          <ac:chgData name="Brian Wren" userId="54847ceb-bab2-4e6c-8246-a7dd5c6998f0" providerId="ADAL" clId="{D4CEB6ED-863A-432D-8676-B9990B83E056}" dt="2026-04-26T18:45:42.665" v="1574" actId="571"/>
          <ac:spMkLst>
            <pc:docMk/>
            <pc:sldMk cId="596365837" sldId="263"/>
            <ac:spMk id="30" creationId="{186F516C-C313-EF34-4F1C-943DC96E9015}"/>
          </ac:spMkLst>
        </pc:spChg>
        <pc:spChg chg="mod">
          <ac:chgData name="Brian Wren" userId="54847ceb-bab2-4e6c-8246-a7dd5c6998f0" providerId="ADAL" clId="{D4CEB6ED-863A-432D-8676-B9990B83E056}" dt="2026-04-26T19:43:14.626" v="1733" actId="1035"/>
          <ac:spMkLst>
            <pc:docMk/>
            <pc:sldMk cId="596365837" sldId="263"/>
            <ac:spMk id="32" creationId="{B21214BD-8780-87B3-0315-DD5DD58235B8}"/>
          </ac:spMkLst>
        </pc:spChg>
        <pc:spChg chg="add del mod">
          <ac:chgData name="Brian Wren" userId="54847ceb-bab2-4e6c-8246-a7dd5c6998f0" providerId="ADAL" clId="{D4CEB6ED-863A-432D-8676-B9990B83E056}" dt="2026-04-26T19:43:37.538" v="1737" actId="478"/>
          <ac:spMkLst>
            <pc:docMk/>
            <pc:sldMk cId="596365837" sldId="263"/>
            <ac:spMk id="34" creationId="{DD9E192C-C1F9-4439-EA0B-A53F2E8A8EA7}"/>
          </ac:spMkLst>
        </pc:spChg>
        <pc:spChg chg="add del mod">
          <ac:chgData name="Brian Wren" userId="54847ceb-bab2-4e6c-8246-a7dd5c6998f0" providerId="ADAL" clId="{D4CEB6ED-863A-432D-8676-B9990B83E056}" dt="2026-04-26T19:43:39.117" v="1738" actId="478"/>
          <ac:spMkLst>
            <pc:docMk/>
            <pc:sldMk cId="596365837" sldId="263"/>
            <ac:spMk id="39" creationId="{47A1CB78-F352-5E2D-8C28-06CB6B972280}"/>
          </ac:spMkLst>
        </pc:spChg>
        <pc:spChg chg="add del mod">
          <ac:chgData name="Brian Wren" userId="54847ceb-bab2-4e6c-8246-a7dd5c6998f0" providerId="ADAL" clId="{D4CEB6ED-863A-432D-8676-B9990B83E056}" dt="2026-04-26T19:43:39.117" v="1738" actId="478"/>
          <ac:spMkLst>
            <pc:docMk/>
            <pc:sldMk cId="596365837" sldId="263"/>
            <ac:spMk id="41" creationId="{CD290E96-A546-A1F4-A601-C10243C21A91}"/>
          </ac:spMkLst>
        </pc:spChg>
        <pc:spChg chg="add mod">
          <ac:chgData name="Brian Wren" userId="54847ceb-bab2-4e6c-8246-a7dd5c6998f0" providerId="ADAL" clId="{D4CEB6ED-863A-432D-8676-B9990B83E056}" dt="2026-04-26T20:05:49.411" v="1889" actId="208"/>
          <ac:spMkLst>
            <pc:docMk/>
            <pc:sldMk cId="596365837" sldId="263"/>
            <ac:spMk id="44" creationId="{93D9FF14-23F2-DE7A-8A3C-F440BEC6B085}"/>
          </ac:spMkLst>
        </pc:spChg>
        <pc:spChg chg="add mod ord">
          <ac:chgData name="Brian Wren" userId="54847ceb-bab2-4e6c-8246-a7dd5c6998f0" providerId="ADAL" clId="{D4CEB6ED-863A-432D-8676-B9990B83E056}" dt="2026-04-26T20:05:49.411" v="1889" actId="208"/>
          <ac:spMkLst>
            <pc:docMk/>
            <pc:sldMk cId="596365837" sldId="263"/>
            <ac:spMk id="46" creationId="{78EA560D-2A39-68A0-1FD4-DD3CF8D0655F}"/>
          </ac:spMkLst>
        </pc:spChg>
        <pc:spChg chg="add mod">
          <ac:chgData name="Brian Wren" userId="54847ceb-bab2-4e6c-8246-a7dd5c6998f0" providerId="ADAL" clId="{D4CEB6ED-863A-432D-8676-B9990B83E056}" dt="2026-04-26T19:46:06.613" v="1781" actId="1076"/>
          <ac:spMkLst>
            <pc:docMk/>
            <pc:sldMk cId="596365837" sldId="263"/>
            <ac:spMk id="48" creationId="{E652C58A-A1C2-8389-7492-03F76EECEA70}"/>
          </ac:spMkLst>
        </pc:spChg>
        <pc:spChg chg="add del mod or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50" creationId="{A85F7160-FB50-B56D-1F6D-A538C6850178}"/>
          </ac:spMkLst>
        </pc:spChg>
        <pc:spChg chg="add del mod or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52" creationId="{1C829A11-0918-DAD0-7991-F47CD488D867}"/>
          </ac:spMkLst>
        </pc:spChg>
        <pc:spChg chg="add del mo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54" creationId="{C34DB96E-37C0-65AA-5536-AA6C36F51571}"/>
          </ac:spMkLst>
        </pc:spChg>
        <pc:spChg chg="add del mod or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56" creationId="{6991D235-BED3-FCC7-C884-E1F3CA4D83EB}"/>
          </ac:spMkLst>
        </pc:spChg>
        <pc:spChg chg="add del mo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58" creationId="{A6A44274-7D44-8695-AD20-85CB9C64FCE1}"/>
          </ac:spMkLst>
        </pc:spChg>
        <pc:spChg chg="add del mod or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60" creationId="{1EA0119F-D151-98F4-8287-25673E5F2E87}"/>
          </ac:spMkLst>
        </pc:spChg>
        <pc:spChg chg="add del mod or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62" creationId="{8D7AC4C8-DDD5-FF7E-4548-36B5A8A8E693}"/>
          </ac:spMkLst>
        </pc:spChg>
        <pc:spChg chg="add del mod ord">
          <ac:chgData name="Brian Wren" userId="54847ceb-bab2-4e6c-8246-a7dd5c6998f0" providerId="ADAL" clId="{D4CEB6ED-863A-432D-8676-B9990B83E056}" dt="2026-04-26T20:08:25.197" v="1903" actId="478"/>
          <ac:spMkLst>
            <pc:docMk/>
            <pc:sldMk cId="596365837" sldId="263"/>
            <ac:spMk id="64" creationId="{4EAA1807-FF9D-8B14-558C-D1AF054DB2A9}"/>
          </ac:spMkLst>
        </pc:spChg>
        <pc:spChg chg="add mod">
          <ac:chgData name="Brian Wren" userId="54847ceb-bab2-4e6c-8246-a7dd5c6998f0" providerId="ADAL" clId="{D4CEB6ED-863A-432D-8676-B9990B83E056}" dt="2026-04-26T19:53:07.204" v="1858" actId="1076"/>
          <ac:spMkLst>
            <pc:docMk/>
            <pc:sldMk cId="596365837" sldId="263"/>
            <ac:spMk id="89" creationId="{6332DB79-3892-2343-A996-E25BEA128968}"/>
          </ac:spMkLst>
        </pc:spChg>
        <pc:spChg chg="add mod ord">
          <ac:chgData name="Brian Wren" userId="54847ceb-bab2-4e6c-8246-a7dd5c6998f0" providerId="ADAL" clId="{D4CEB6ED-863A-432D-8676-B9990B83E056}" dt="2026-04-26T20:04:53.065" v="1888" actId="166"/>
          <ac:spMkLst>
            <pc:docMk/>
            <pc:sldMk cId="596365837" sldId="263"/>
            <ac:spMk id="90" creationId="{BE8F3EA5-58C0-75D7-A84A-DC6404155A3A}"/>
          </ac:spMkLst>
        </pc:spChg>
        <pc:spChg chg="add mod">
          <ac:chgData name="Brian Wren" userId="54847ceb-bab2-4e6c-8246-a7dd5c6998f0" providerId="ADAL" clId="{D4CEB6ED-863A-432D-8676-B9990B83E056}" dt="2026-04-26T20:01:43.415" v="1875" actId="1076"/>
          <ac:spMkLst>
            <pc:docMk/>
            <pc:sldMk cId="596365837" sldId="263"/>
            <ac:spMk id="91" creationId="{FACEE347-9711-1989-7545-1D5A69BC489F}"/>
          </ac:spMkLst>
        </pc:spChg>
        <pc:spChg chg="add mod ord">
          <ac:chgData name="Brian Wren" userId="54847ceb-bab2-4e6c-8246-a7dd5c6998f0" providerId="ADAL" clId="{D4CEB6ED-863A-432D-8676-B9990B83E056}" dt="2026-04-26T20:04:53.065" v="1888" actId="166"/>
          <ac:spMkLst>
            <pc:docMk/>
            <pc:sldMk cId="596365837" sldId="263"/>
            <ac:spMk id="95" creationId="{36661597-0866-BD4C-956F-474E13D217A2}"/>
          </ac:spMkLst>
        </pc:spChg>
        <pc:spChg chg="add mod">
          <ac:chgData name="Brian Wren" userId="54847ceb-bab2-4e6c-8246-a7dd5c6998f0" providerId="ADAL" clId="{D4CEB6ED-863A-432D-8676-B9990B83E056}" dt="2026-04-26T20:03:44.813" v="1886" actId="1076"/>
          <ac:spMkLst>
            <pc:docMk/>
            <pc:sldMk cId="596365837" sldId="263"/>
            <ac:spMk id="96" creationId="{3D9343DC-6B49-5184-245A-AD573325C036}"/>
          </ac:spMkLst>
        </pc:spChg>
        <pc:spChg chg="add mod">
          <ac:chgData name="Brian Wren" userId="54847ceb-bab2-4e6c-8246-a7dd5c6998f0" providerId="ADAL" clId="{D4CEB6ED-863A-432D-8676-B9990B83E056}" dt="2026-04-26T20:08:36.467" v="1905" actId="1076"/>
          <ac:spMkLst>
            <pc:docMk/>
            <pc:sldMk cId="596365837" sldId="263"/>
            <ac:spMk id="100" creationId="{34642FD8-D9E7-234C-A178-92E752F89135}"/>
          </ac:spMkLst>
        </pc:spChg>
        <pc:spChg chg="add mod">
          <ac:chgData name="Brian Wren" userId="54847ceb-bab2-4e6c-8246-a7dd5c6998f0" providerId="ADAL" clId="{D4CEB6ED-863A-432D-8676-B9990B83E056}" dt="2026-04-26T20:08:36.467" v="1905" actId="1076"/>
          <ac:spMkLst>
            <pc:docMk/>
            <pc:sldMk cId="596365837" sldId="263"/>
            <ac:spMk id="101" creationId="{01DA6958-93C2-0CFF-83DB-50F0BEB2E286}"/>
          </ac:spMkLst>
        </pc:spChg>
        <pc:spChg chg="add mod">
          <ac:chgData name="Brian Wren" userId="54847ceb-bab2-4e6c-8246-a7dd5c6998f0" providerId="ADAL" clId="{D4CEB6ED-863A-432D-8676-B9990B83E056}" dt="2026-04-26T20:08:36.467" v="1905" actId="1076"/>
          <ac:spMkLst>
            <pc:docMk/>
            <pc:sldMk cId="596365837" sldId="263"/>
            <ac:spMk id="102" creationId="{49E09EA3-13D2-6484-BC72-15AEF3805E46}"/>
          </ac:spMkLst>
        </pc:spChg>
        <pc:spChg chg="add mod">
          <ac:chgData name="Brian Wren" userId="54847ceb-bab2-4e6c-8246-a7dd5c6998f0" providerId="ADAL" clId="{D4CEB6ED-863A-432D-8676-B9990B83E056}" dt="2026-04-26T20:08:36.467" v="1905" actId="1076"/>
          <ac:spMkLst>
            <pc:docMk/>
            <pc:sldMk cId="596365837" sldId="263"/>
            <ac:spMk id="109" creationId="{61D8E92A-2D8A-E6C6-8D28-80320FED87BF}"/>
          </ac:spMkLst>
        </pc:spChg>
        <pc:spChg chg="add mod">
          <ac:chgData name="Brian Wren" userId="54847ceb-bab2-4e6c-8246-a7dd5c6998f0" providerId="ADAL" clId="{D4CEB6ED-863A-432D-8676-B9990B83E056}" dt="2026-04-26T20:10:19.272" v="1909" actId="571"/>
          <ac:spMkLst>
            <pc:docMk/>
            <pc:sldMk cId="596365837" sldId="263"/>
            <ac:spMk id="111" creationId="{FFEFA440-629F-655D-A469-2B17AB670332}"/>
          </ac:spMkLst>
        </pc:spChg>
        <pc:spChg chg="add mod">
          <ac:chgData name="Brian Wren" userId="54847ceb-bab2-4e6c-8246-a7dd5c6998f0" providerId="ADAL" clId="{D4CEB6ED-863A-432D-8676-B9990B83E056}" dt="2026-04-26T20:10:19.272" v="1909" actId="571"/>
          <ac:spMkLst>
            <pc:docMk/>
            <pc:sldMk cId="596365837" sldId="263"/>
            <ac:spMk id="112" creationId="{45DB96DC-35BA-0661-6186-3633B0EC8F7D}"/>
          </ac:spMkLst>
        </pc:spChg>
        <pc:spChg chg="add mod">
          <ac:chgData name="Brian Wren" userId="54847ceb-bab2-4e6c-8246-a7dd5c6998f0" providerId="ADAL" clId="{D4CEB6ED-863A-432D-8676-B9990B83E056}" dt="2026-04-26T20:10:19.272" v="1909" actId="571"/>
          <ac:spMkLst>
            <pc:docMk/>
            <pc:sldMk cId="596365837" sldId="263"/>
            <ac:spMk id="113" creationId="{CADE71E2-462E-4812-2E4A-1E4287026F77}"/>
          </ac:spMkLst>
        </pc:spChg>
        <pc:spChg chg="add mod">
          <ac:chgData name="Brian Wren" userId="54847ceb-bab2-4e6c-8246-a7dd5c6998f0" providerId="ADAL" clId="{D4CEB6ED-863A-432D-8676-B9990B83E056}" dt="2026-04-26T20:10:19.272" v="1909" actId="571"/>
          <ac:spMkLst>
            <pc:docMk/>
            <pc:sldMk cId="596365837" sldId="263"/>
            <ac:spMk id="120" creationId="{3DDE2AF0-246A-661E-E6A5-4BAF8432C570}"/>
          </ac:spMkLst>
        </pc:spChg>
        <pc:picChg chg="mod ord">
          <ac:chgData name="Brian Wren" userId="54847ceb-bab2-4e6c-8246-a7dd5c6998f0" providerId="ADAL" clId="{D4CEB6ED-863A-432D-8676-B9990B83E056}" dt="2026-04-26T20:04:53.065" v="1888" actId="166"/>
          <ac:picMkLst>
            <pc:docMk/>
            <pc:sldMk cId="596365837" sldId="263"/>
            <ac:picMk id="6" creationId="{93E4CC97-1C06-FE0B-DB5B-0B2E8A584B20}"/>
          </ac:picMkLst>
        </pc:picChg>
        <pc:picChg chg="mod">
          <ac:chgData name="Brian Wren" userId="54847ceb-bab2-4e6c-8246-a7dd5c6998f0" providerId="ADAL" clId="{D4CEB6ED-863A-432D-8676-B9990B83E056}" dt="2026-04-26T19:44:09.731" v="1742" actId="1038"/>
          <ac:picMkLst>
            <pc:docMk/>
            <pc:sldMk cId="596365837" sldId="263"/>
            <ac:picMk id="8" creationId="{D901BAF4-A36D-AF9A-4E73-C2CD2DD9E40E}"/>
          </ac:picMkLst>
        </pc:picChg>
        <pc:picChg chg="add mod ord">
          <ac:chgData name="Brian Wren" userId="54847ceb-bab2-4e6c-8246-a7dd5c6998f0" providerId="ADAL" clId="{D4CEB6ED-863A-432D-8676-B9990B83E056}" dt="2026-04-26T19:49:13.020" v="1809" actId="166"/>
          <ac:picMkLst>
            <pc:docMk/>
            <pc:sldMk cId="596365837" sldId="263"/>
            <ac:picMk id="9" creationId="{FDD72ED4-F3EF-35FE-2EEE-6EB7B0BE4389}"/>
          </ac:picMkLst>
        </pc:picChg>
        <pc:picChg chg="add mod">
          <ac:chgData name="Brian Wren" userId="54847ceb-bab2-4e6c-8246-a7dd5c6998f0" providerId="ADAL" clId="{D4CEB6ED-863A-432D-8676-B9990B83E056}" dt="2026-04-26T18:45:42.665" v="1574" actId="571"/>
          <ac:picMkLst>
            <pc:docMk/>
            <pc:sldMk cId="596365837" sldId="263"/>
            <ac:picMk id="17" creationId="{B997BCF5-B981-8B6A-445F-90FE2119E730}"/>
          </ac:picMkLst>
        </pc:picChg>
        <pc:picChg chg="del mod">
          <ac:chgData name="Brian Wren" userId="54847ceb-bab2-4e6c-8246-a7dd5c6998f0" providerId="ADAL" clId="{D4CEB6ED-863A-432D-8676-B9990B83E056}" dt="2026-04-26T20:01:25.969" v="1873" actId="478"/>
          <ac:picMkLst>
            <pc:docMk/>
            <pc:sldMk cId="596365837" sldId="263"/>
            <ac:picMk id="19" creationId="{EEAB5D9C-2593-FD59-9B4B-7793ACF360EA}"/>
          </ac:picMkLst>
        </pc:picChg>
        <pc:picChg chg="del mod">
          <ac:chgData name="Brian Wren" userId="54847ceb-bab2-4e6c-8246-a7dd5c6998f0" providerId="ADAL" clId="{D4CEB6ED-863A-432D-8676-B9990B83E056}" dt="2026-04-26T20:01:25.969" v="1873" actId="478"/>
          <ac:picMkLst>
            <pc:docMk/>
            <pc:sldMk cId="596365837" sldId="263"/>
            <ac:picMk id="20" creationId="{701287BB-74D9-A6C1-5073-C2248702A3A2}"/>
          </ac:picMkLst>
        </pc:picChg>
        <pc:picChg chg="del mod">
          <ac:chgData name="Brian Wren" userId="54847ceb-bab2-4e6c-8246-a7dd5c6998f0" providerId="ADAL" clId="{D4CEB6ED-863A-432D-8676-B9990B83E056}" dt="2026-04-26T20:03:20.671" v="1884" actId="478"/>
          <ac:picMkLst>
            <pc:docMk/>
            <pc:sldMk cId="596365837" sldId="263"/>
            <ac:picMk id="24" creationId="{21A42309-57C8-983A-1DB6-2A17E75872F6}"/>
          </ac:picMkLst>
        </pc:picChg>
        <pc:picChg chg="del mod">
          <ac:chgData name="Brian Wren" userId="54847ceb-bab2-4e6c-8246-a7dd5c6998f0" providerId="ADAL" clId="{D4CEB6ED-863A-432D-8676-B9990B83E056}" dt="2026-04-26T20:03:20.671" v="1884" actId="478"/>
          <ac:picMkLst>
            <pc:docMk/>
            <pc:sldMk cId="596365837" sldId="263"/>
            <ac:picMk id="25" creationId="{E5543AF9-DFB2-C113-3C5B-12F85AA1B946}"/>
          </ac:picMkLst>
        </pc:picChg>
        <pc:picChg chg="add del mod">
          <ac:chgData name="Brian Wren" userId="54847ceb-bab2-4e6c-8246-a7dd5c6998f0" providerId="ADAL" clId="{D4CEB6ED-863A-432D-8676-B9990B83E056}" dt="2026-04-26T19:39:06.669" v="1585" actId="478"/>
          <ac:picMkLst>
            <pc:docMk/>
            <pc:sldMk cId="596365837" sldId="263"/>
            <ac:picMk id="33" creationId="{F2FF0314-1F6F-1A62-2042-7991C7854E67}"/>
          </ac:picMkLst>
        </pc:picChg>
        <pc:picChg chg="add del mod">
          <ac:chgData name="Brian Wren" userId="54847ceb-bab2-4e6c-8246-a7dd5c6998f0" providerId="ADAL" clId="{D4CEB6ED-863A-432D-8676-B9990B83E056}" dt="2026-04-26T19:38:25.706" v="1578" actId="478"/>
          <ac:picMkLst>
            <pc:docMk/>
            <pc:sldMk cId="596365837" sldId="263"/>
            <ac:picMk id="36" creationId="{551D9DCF-0140-6935-4476-C237B8D4D866}"/>
          </ac:picMkLst>
        </pc:picChg>
        <pc:picChg chg="add mod">
          <ac:chgData name="Brian Wren" userId="54847ceb-bab2-4e6c-8246-a7dd5c6998f0" providerId="ADAL" clId="{D4CEB6ED-863A-432D-8676-B9990B83E056}" dt="2026-04-26T19:46:06.613" v="1781" actId="1076"/>
          <ac:picMkLst>
            <pc:docMk/>
            <pc:sldMk cId="596365837" sldId="263"/>
            <ac:picMk id="38" creationId="{DEE8A4FA-6E9A-72E2-3776-4CC5D0948AA0}"/>
          </ac:picMkLst>
        </pc:picChg>
        <pc:picChg chg="add del mod">
          <ac:chgData name="Brian Wren" userId="54847ceb-bab2-4e6c-8246-a7dd5c6998f0" providerId="ADAL" clId="{D4CEB6ED-863A-432D-8676-B9990B83E056}" dt="2026-04-26T19:43:39.117" v="1738" actId="478"/>
          <ac:picMkLst>
            <pc:docMk/>
            <pc:sldMk cId="596365837" sldId="263"/>
            <ac:picMk id="40" creationId="{354AA40A-33C1-BE89-397F-92FC657F0070}"/>
          </ac:picMkLst>
        </pc:picChg>
        <pc:picChg chg="add del mod">
          <ac:chgData name="Brian Wren" userId="54847ceb-bab2-4e6c-8246-a7dd5c6998f0" providerId="ADAL" clId="{D4CEB6ED-863A-432D-8676-B9990B83E056}" dt="2026-04-26T19:43:39.117" v="1738" actId="478"/>
          <ac:picMkLst>
            <pc:docMk/>
            <pc:sldMk cId="596365837" sldId="263"/>
            <ac:picMk id="42" creationId="{3D36EB30-56C3-4A8D-0C49-D16B4552E71F}"/>
          </ac:picMkLst>
        </pc:picChg>
        <pc:picChg chg="add mod">
          <ac:chgData name="Brian Wren" userId="54847ceb-bab2-4e6c-8246-a7dd5c6998f0" providerId="ADAL" clId="{D4CEB6ED-863A-432D-8676-B9990B83E056}" dt="2026-04-26T19:45:19.635" v="1752" actId="1076"/>
          <ac:picMkLst>
            <pc:docMk/>
            <pc:sldMk cId="596365837" sldId="263"/>
            <ac:picMk id="45" creationId="{58F605C4-715E-A1E8-6090-7B94F6D42B78}"/>
          </ac:picMkLst>
        </pc:picChg>
        <pc:picChg chg="add mod">
          <ac:chgData name="Brian Wren" userId="54847ceb-bab2-4e6c-8246-a7dd5c6998f0" providerId="ADAL" clId="{D4CEB6ED-863A-432D-8676-B9990B83E056}" dt="2026-04-26T19:45:19.635" v="1752" actId="1076"/>
          <ac:picMkLst>
            <pc:docMk/>
            <pc:sldMk cId="596365837" sldId="263"/>
            <ac:picMk id="47" creationId="{77627E81-048B-9D3F-35DE-B2571F9F5014}"/>
          </ac:picMkLst>
        </pc:picChg>
        <pc:picChg chg="add mod">
          <ac:chgData name="Brian Wren" userId="54847ceb-bab2-4e6c-8246-a7dd5c6998f0" providerId="ADAL" clId="{D4CEB6ED-863A-432D-8676-B9990B83E056}" dt="2026-04-26T19:45:37.701" v="1755" actId="571"/>
          <ac:picMkLst>
            <pc:docMk/>
            <pc:sldMk cId="596365837" sldId="263"/>
            <ac:picMk id="49" creationId="{5284F7C1-7444-6FAD-E93F-7D294AC398D3}"/>
          </ac:picMkLst>
        </pc:picChg>
        <pc:picChg chg="add del mod">
          <ac:chgData name="Brian Wren" userId="54847ceb-bab2-4e6c-8246-a7dd5c6998f0" providerId="ADAL" clId="{D4CEB6ED-863A-432D-8676-B9990B83E056}" dt="2026-04-26T20:08:25.197" v="1903" actId="478"/>
          <ac:picMkLst>
            <pc:docMk/>
            <pc:sldMk cId="596365837" sldId="263"/>
            <ac:picMk id="51" creationId="{01767A7D-A1D2-23E3-3A49-B4F509C77FE0}"/>
          </ac:picMkLst>
        </pc:picChg>
        <pc:picChg chg="add mod">
          <ac:chgData name="Brian Wren" userId="54847ceb-bab2-4e6c-8246-a7dd5c6998f0" providerId="ADAL" clId="{D4CEB6ED-863A-432D-8676-B9990B83E056}" dt="2026-04-26T19:46:00.623" v="1780" actId="1076"/>
          <ac:picMkLst>
            <pc:docMk/>
            <pc:sldMk cId="596365837" sldId="263"/>
            <ac:picMk id="53" creationId="{71EAB47A-A48A-DB35-EF5F-F2FFA36A2516}"/>
          </ac:picMkLst>
        </pc:picChg>
        <pc:picChg chg="add mod">
          <ac:chgData name="Brian Wren" userId="54847ceb-bab2-4e6c-8246-a7dd5c6998f0" providerId="ADAL" clId="{D4CEB6ED-863A-432D-8676-B9990B83E056}" dt="2026-04-26T19:46:00.623" v="1780" actId="1076"/>
          <ac:picMkLst>
            <pc:docMk/>
            <pc:sldMk cId="596365837" sldId="263"/>
            <ac:picMk id="55" creationId="{5B3020FA-EF4A-648E-FFA2-016F9811BF19}"/>
          </ac:picMkLst>
        </pc:picChg>
        <pc:picChg chg="add mod">
          <ac:chgData name="Brian Wren" userId="54847ceb-bab2-4e6c-8246-a7dd5c6998f0" providerId="ADAL" clId="{D4CEB6ED-863A-432D-8676-B9990B83E056}" dt="2026-04-26T19:46:00.623" v="1780" actId="1076"/>
          <ac:picMkLst>
            <pc:docMk/>
            <pc:sldMk cId="596365837" sldId="263"/>
            <ac:picMk id="57" creationId="{BE6CF13B-8FA9-7710-77C8-8DBB1333E81C}"/>
          </ac:picMkLst>
        </pc:picChg>
        <pc:picChg chg="add mod">
          <ac:chgData name="Brian Wren" userId="54847ceb-bab2-4e6c-8246-a7dd5c6998f0" providerId="ADAL" clId="{D4CEB6ED-863A-432D-8676-B9990B83E056}" dt="2026-04-26T19:45:54.706" v="1779" actId="571"/>
          <ac:picMkLst>
            <pc:docMk/>
            <pc:sldMk cId="596365837" sldId="263"/>
            <ac:picMk id="59" creationId="{14ADE468-A18F-3E6A-2A98-FED6877C6D33}"/>
          </ac:picMkLst>
        </pc:picChg>
        <pc:picChg chg="add del mod ord">
          <ac:chgData name="Brian Wren" userId="54847ceb-bab2-4e6c-8246-a7dd5c6998f0" providerId="ADAL" clId="{D4CEB6ED-863A-432D-8676-B9990B83E056}" dt="2026-04-26T20:08:25.197" v="1903" actId="478"/>
          <ac:picMkLst>
            <pc:docMk/>
            <pc:sldMk cId="596365837" sldId="263"/>
            <ac:picMk id="61" creationId="{A327DD23-A0EE-526D-86E7-6D1E80DF2A54}"/>
          </ac:picMkLst>
        </pc:picChg>
        <pc:picChg chg="add mod ord">
          <ac:chgData name="Brian Wren" userId="54847ceb-bab2-4e6c-8246-a7dd5c6998f0" providerId="ADAL" clId="{D4CEB6ED-863A-432D-8676-B9990B83E056}" dt="2026-04-26T19:51:17.302" v="1821" actId="166"/>
          <ac:picMkLst>
            <pc:docMk/>
            <pc:sldMk cId="596365837" sldId="263"/>
            <ac:picMk id="63" creationId="{122CD1B2-B73D-F771-16C0-A5DA735310FF}"/>
          </ac:picMkLst>
        </pc:picChg>
        <pc:picChg chg="add mod ord">
          <ac:chgData name="Brian Wren" userId="54847ceb-bab2-4e6c-8246-a7dd5c6998f0" providerId="ADAL" clId="{D4CEB6ED-863A-432D-8676-B9990B83E056}" dt="2026-04-26T20:04:53.065" v="1888" actId="166"/>
          <ac:picMkLst>
            <pc:docMk/>
            <pc:sldMk cId="596365837" sldId="263"/>
            <ac:picMk id="92" creationId="{D1F56B51-FCA7-8DC4-8FA6-98ED5F43684D}"/>
          </ac:picMkLst>
        </pc:picChg>
        <pc:picChg chg="add mod">
          <ac:chgData name="Brian Wren" userId="54847ceb-bab2-4e6c-8246-a7dd5c6998f0" providerId="ADAL" clId="{D4CEB6ED-863A-432D-8676-B9990B83E056}" dt="2026-04-26T20:01:43.415" v="1875" actId="1076"/>
          <ac:picMkLst>
            <pc:docMk/>
            <pc:sldMk cId="596365837" sldId="263"/>
            <ac:picMk id="93" creationId="{966278BB-0A39-2DEA-0950-9B013ABD8219}"/>
          </ac:picMkLst>
        </pc:picChg>
        <pc:picChg chg="add mod ord">
          <ac:chgData name="Brian Wren" userId="54847ceb-bab2-4e6c-8246-a7dd5c6998f0" providerId="ADAL" clId="{D4CEB6ED-863A-432D-8676-B9990B83E056}" dt="2026-04-26T20:04:53.065" v="1888" actId="166"/>
          <ac:picMkLst>
            <pc:docMk/>
            <pc:sldMk cId="596365837" sldId="263"/>
            <ac:picMk id="97" creationId="{6099022C-5F1B-A487-650F-A01F31C83D32}"/>
          </ac:picMkLst>
        </pc:picChg>
        <pc:picChg chg="add mod">
          <ac:chgData name="Brian Wren" userId="54847ceb-bab2-4e6c-8246-a7dd5c6998f0" providerId="ADAL" clId="{D4CEB6ED-863A-432D-8676-B9990B83E056}" dt="2026-04-26T20:03:44.813" v="1886" actId="1076"/>
          <ac:picMkLst>
            <pc:docMk/>
            <pc:sldMk cId="596365837" sldId="263"/>
            <ac:picMk id="98" creationId="{B11B8142-03B9-DBB5-EF61-FBB1E8E6CF0C}"/>
          </ac:picMkLst>
        </pc:picChg>
        <pc:picChg chg="add mod">
          <ac:chgData name="Brian Wren" userId="54847ceb-bab2-4e6c-8246-a7dd5c6998f0" providerId="ADAL" clId="{D4CEB6ED-863A-432D-8676-B9990B83E056}" dt="2026-04-26T20:08:36.467" v="1905" actId="1076"/>
          <ac:picMkLst>
            <pc:docMk/>
            <pc:sldMk cId="596365837" sldId="263"/>
            <ac:picMk id="103" creationId="{B21CD0F1-CDE1-0B3C-057F-1F976DA2A181}"/>
          </ac:picMkLst>
        </pc:picChg>
        <pc:picChg chg="add mod">
          <ac:chgData name="Brian Wren" userId="54847ceb-bab2-4e6c-8246-a7dd5c6998f0" providerId="ADAL" clId="{D4CEB6ED-863A-432D-8676-B9990B83E056}" dt="2026-04-26T20:08:36.467" v="1905" actId="1076"/>
          <ac:picMkLst>
            <pc:docMk/>
            <pc:sldMk cId="596365837" sldId="263"/>
            <ac:picMk id="104" creationId="{E88DDE04-C183-06A3-10D7-BEAD7C5150BD}"/>
          </ac:picMkLst>
        </pc:picChg>
        <pc:picChg chg="add mod">
          <ac:chgData name="Brian Wren" userId="54847ceb-bab2-4e6c-8246-a7dd5c6998f0" providerId="ADAL" clId="{D4CEB6ED-863A-432D-8676-B9990B83E056}" dt="2026-04-26T20:08:36.467" v="1905" actId="1076"/>
          <ac:picMkLst>
            <pc:docMk/>
            <pc:sldMk cId="596365837" sldId="263"/>
            <ac:picMk id="105" creationId="{14ADFFA3-CB11-DD9F-E055-9B2C79F17912}"/>
          </ac:picMkLst>
        </pc:picChg>
        <pc:picChg chg="add mod">
          <ac:chgData name="Brian Wren" userId="54847ceb-bab2-4e6c-8246-a7dd5c6998f0" providerId="ADAL" clId="{D4CEB6ED-863A-432D-8676-B9990B83E056}" dt="2026-04-26T20:08:36.467" v="1905" actId="1076"/>
          <ac:picMkLst>
            <pc:docMk/>
            <pc:sldMk cId="596365837" sldId="263"/>
            <ac:picMk id="110" creationId="{38A50EED-BDA2-42AE-647B-4B92BF5D4F19}"/>
          </ac:picMkLst>
        </pc:picChg>
        <pc:picChg chg="add mod">
          <ac:chgData name="Brian Wren" userId="54847ceb-bab2-4e6c-8246-a7dd5c6998f0" providerId="ADAL" clId="{D4CEB6ED-863A-432D-8676-B9990B83E056}" dt="2026-04-26T20:10:19.272" v="1909" actId="571"/>
          <ac:picMkLst>
            <pc:docMk/>
            <pc:sldMk cId="596365837" sldId="263"/>
            <ac:picMk id="114" creationId="{198E8BCF-6D7B-2BE7-D6A3-72F7F11DCF13}"/>
          </ac:picMkLst>
        </pc:picChg>
        <pc:picChg chg="add mod">
          <ac:chgData name="Brian Wren" userId="54847ceb-bab2-4e6c-8246-a7dd5c6998f0" providerId="ADAL" clId="{D4CEB6ED-863A-432D-8676-B9990B83E056}" dt="2026-04-26T20:10:19.272" v="1909" actId="571"/>
          <ac:picMkLst>
            <pc:docMk/>
            <pc:sldMk cId="596365837" sldId="263"/>
            <ac:picMk id="115" creationId="{08CB766D-FCEF-0D14-C8BE-E3B7145B7B59}"/>
          </ac:picMkLst>
        </pc:picChg>
        <pc:picChg chg="add mod">
          <ac:chgData name="Brian Wren" userId="54847ceb-bab2-4e6c-8246-a7dd5c6998f0" providerId="ADAL" clId="{D4CEB6ED-863A-432D-8676-B9990B83E056}" dt="2026-04-26T20:10:19.272" v="1909" actId="571"/>
          <ac:picMkLst>
            <pc:docMk/>
            <pc:sldMk cId="596365837" sldId="263"/>
            <ac:picMk id="116" creationId="{DBEBE6A5-50F5-FD95-C984-B52F6CD06FCB}"/>
          </ac:picMkLst>
        </pc:picChg>
        <pc:picChg chg="add mod">
          <ac:chgData name="Brian Wren" userId="54847ceb-bab2-4e6c-8246-a7dd5c6998f0" providerId="ADAL" clId="{D4CEB6ED-863A-432D-8676-B9990B83E056}" dt="2026-04-26T20:10:19.272" v="1909" actId="571"/>
          <ac:picMkLst>
            <pc:docMk/>
            <pc:sldMk cId="596365837" sldId="263"/>
            <ac:picMk id="121" creationId="{37E0F590-8CBC-E242-19C5-18066BEC4CA8}"/>
          </ac:picMkLst>
        </pc:picChg>
        <pc:cxnChg chg="mod">
          <ac:chgData name="Brian Wren" userId="54847ceb-bab2-4e6c-8246-a7dd5c6998f0" providerId="ADAL" clId="{D4CEB6ED-863A-432D-8676-B9990B83E056}" dt="2026-04-26T19:55:32.226" v="1859" actId="208"/>
          <ac:cxnSpMkLst>
            <pc:docMk/>
            <pc:sldMk cId="596365837" sldId="263"/>
            <ac:cxnSpMk id="18" creationId="{861F1AC6-6683-C876-4BF6-74484167EF4C}"/>
          </ac:cxnSpMkLst>
        </pc:cxnChg>
        <pc:cxnChg chg="del mod">
          <ac:chgData name="Brian Wren" userId="54847ceb-bab2-4e6c-8246-a7dd5c6998f0" providerId="ADAL" clId="{D4CEB6ED-863A-432D-8676-B9990B83E056}" dt="2026-04-26T20:01:25.969" v="1873" actId="478"/>
          <ac:cxnSpMkLst>
            <pc:docMk/>
            <pc:sldMk cId="596365837" sldId="263"/>
            <ac:cxnSpMk id="23" creationId="{BCDE5D4E-3FED-D830-3D16-BD685D970CC2}"/>
          </ac:cxnSpMkLst>
        </pc:cxnChg>
        <pc:cxnChg chg="del mod">
          <ac:chgData name="Brian Wren" userId="54847ceb-bab2-4e6c-8246-a7dd5c6998f0" providerId="ADAL" clId="{D4CEB6ED-863A-432D-8676-B9990B83E056}" dt="2026-04-26T20:03:20.671" v="1884" actId="478"/>
          <ac:cxnSpMkLst>
            <pc:docMk/>
            <pc:sldMk cId="596365837" sldId="263"/>
            <ac:cxnSpMk id="28" creationId="{DE29B666-8931-0550-12F3-89381B871E5B}"/>
          </ac:cxnSpMkLst>
        </pc:cxnChg>
        <pc:cxnChg chg="add mod">
          <ac:chgData name="Brian Wren" userId="54847ceb-bab2-4e6c-8246-a7dd5c6998f0" providerId="ADAL" clId="{D4CEB6ED-863A-432D-8676-B9990B83E056}" dt="2026-04-26T20:05:49.411" v="1889" actId="208"/>
          <ac:cxnSpMkLst>
            <pc:docMk/>
            <pc:sldMk cId="596365837" sldId="263"/>
            <ac:cxnSpMk id="65" creationId="{B8993E4F-6691-0B50-155A-E99E075C132D}"/>
          </ac:cxnSpMkLst>
        </pc:cxnChg>
        <pc:cxnChg chg="add mod">
          <ac:chgData name="Brian Wren" userId="54847ceb-bab2-4e6c-8246-a7dd5c6998f0" providerId="ADAL" clId="{D4CEB6ED-863A-432D-8676-B9990B83E056}" dt="2026-04-26T20:05:49.411" v="1889" actId="208"/>
          <ac:cxnSpMkLst>
            <pc:docMk/>
            <pc:sldMk cId="596365837" sldId="263"/>
            <ac:cxnSpMk id="68" creationId="{55AC6685-9FD8-D59E-0860-297D0B3007AC}"/>
          </ac:cxnSpMkLst>
        </pc:cxnChg>
        <pc:cxnChg chg="add mod">
          <ac:chgData name="Brian Wren" userId="54847ceb-bab2-4e6c-8246-a7dd5c6998f0" providerId="ADAL" clId="{D4CEB6ED-863A-432D-8676-B9990B83E056}" dt="2026-04-26T19:49:04.485" v="1808" actId="208"/>
          <ac:cxnSpMkLst>
            <pc:docMk/>
            <pc:sldMk cId="596365837" sldId="263"/>
            <ac:cxnSpMk id="71" creationId="{B790BB30-4901-EB6E-9908-7455D9B0CBB3}"/>
          </ac:cxnSpMkLst>
        </pc:cxnChg>
        <pc:cxnChg chg="add mod">
          <ac:chgData name="Brian Wren" userId="54847ceb-bab2-4e6c-8246-a7dd5c6998f0" providerId="ADAL" clId="{D4CEB6ED-863A-432D-8676-B9990B83E056}" dt="2026-04-26T19:50:28.151" v="1815" actId="14100"/>
          <ac:cxnSpMkLst>
            <pc:docMk/>
            <pc:sldMk cId="596365837" sldId="263"/>
            <ac:cxnSpMk id="74" creationId="{069E23F4-DC7A-0395-BED3-8138EAC5D25B}"/>
          </ac:cxnSpMkLst>
        </pc:cxnChg>
        <pc:cxnChg chg="add mod">
          <ac:chgData name="Brian Wren" userId="54847ceb-bab2-4e6c-8246-a7dd5c6998f0" providerId="ADAL" clId="{D4CEB6ED-863A-432D-8676-B9990B83E056}" dt="2026-04-26T19:50:33.165" v="1817" actId="14100"/>
          <ac:cxnSpMkLst>
            <pc:docMk/>
            <pc:sldMk cId="596365837" sldId="263"/>
            <ac:cxnSpMk id="75" creationId="{6B19ABD4-C450-E712-C995-BAB4459987EB}"/>
          </ac:cxnSpMkLst>
        </pc:cxnChg>
        <pc:cxnChg chg="add mod">
          <ac:chgData name="Brian Wren" userId="54847ceb-bab2-4e6c-8246-a7dd5c6998f0" providerId="ADAL" clId="{D4CEB6ED-863A-432D-8676-B9990B83E056}" dt="2026-04-26T19:50:35.833" v="1818" actId="14100"/>
          <ac:cxnSpMkLst>
            <pc:docMk/>
            <pc:sldMk cId="596365837" sldId="263"/>
            <ac:cxnSpMk id="76" creationId="{0589560F-5D7C-AFE8-F6B8-CD39C4B0F0DE}"/>
          </ac:cxnSpMkLst>
        </pc:cxnChg>
        <pc:cxnChg chg="add mod">
          <ac:chgData name="Brian Wren" userId="54847ceb-bab2-4e6c-8246-a7dd5c6998f0" providerId="ADAL" clId="{D4CEB6ED-863A-432D-8676-B9990B83E056}" dt="2026-04-26T19:51:09.919" v="1820" actId="571"/>
          <ac:cxnSpMkLst>
            <pc:docMk/>
            <pc:sldMk cId="596365837" sldId="263"/>
            <ac:cxnSpMk id="86" creationId="{E4D5D785-D4B6-1802-5E40-FF500C2E0451}"/>
          </ac:cxnSpMkLst>
        </pc:cxnChg>
        <pc:cxnChg chg="add mod">
          <ac:chgData name="Brian Wren" userId="54847ceb-bab2-4e6c-8246-a7dd5c6998f0" providerId="ADAL" clId="{D4CEB6ED-863A-432D-8676-B9990B83E056}" dt="2026-04-26T19:51:09.919" v="1820" actId="571"/>
          <ac:cxnSpMkLst>
            <pc:docMk/>
            <pc:sldMk cId="596365837" sldId="263"/>
            <ac:cxnSpMk id="87" creationId="{87791922-AED6-33C4-8B6F-EBF0A0553454}"/>
          </ac:cxnSpMkLst>
        </pc:cxnChg>
        <pc:cxnChg chg="add mod">
          <ac:chgData name="Brian Wren" userId="54847ceb-bab2-4e6c-8246-a7dd5c6998f0" providerId="ADAL" clId="{D4CEB6ED-863A-432D-8676-B9990B83E056}" dt="2026-04-26T19:51:09.919" v="1820" actId="571"/>
          <ac:cxnSpMkLst>
            <pc:docMk/>
            <pc:sldMk cId="596365837" sldId="263"/>
            <ac:cxnSpMk id="88" creationId="{BB2A8B21-EAFB-1118-41AC-45952629B749}"/>
          </ac:cxnSpMkLst>
        </pc:cxnChg>
        <pc:cxnChg chg="add mod">
          <ac:chgData name="Brian Wren" userId="54847ceb-bab2-4e6c-8246-a7dd5c6998f0" providerId="ADAL" clId="{D4CEB6ED-863A-432D-8676-B9990B83E056}" dt="2026-04-26T20:01:43.415" v="1875" actId="1076"/>
          <ac:cxnSpMkLst>
            <pc:docMk/>
            <pc:sldMk cId="596365837" sldId="263"/>
            <ac:cxnSpMk id="94" creationId="{B9D9144F-3B13-E2CA-21C6-7A10C5A31487}"/>
          </ac:cxnSpMkLst>
        </pc:cxnChg>
        <pc:cxnChg chg="add mod">
          <ac:chgData name="Brian Wren" userId="54847ceb-bab2-4e6c-8246-a7dd5c6998f0" providerId="ADAL" clId="{D4CEB6ED-863A-432D-8676-B9990B83E056}" dt="2026-04-26T20:03:44.813" v="1886" actId="1076"/>
          <ac:cxnSpMkLst>
            <pc:docMk/>
            <pc:sldMk cId="596365837" sldId="263"/>
            <ac:cxnSpMk id="99" creationId="{2B80A65B-106E-0BA8-1D43-97A3862EC9BC}"/>
          </ac:cxnSpMkLst>
        </pc:cxnChg>
        <pc:cxnChg chg="add mod">
          <ac:chgData name="Brian Wren" userId="54847ceb-bab2-4e6c-8246-a7dd5c6998f0" providerId="ADAL" clId="{D4CEB6ED-863A-432D-8676-B9990B83E056}" dt="2026-04-26T20:08:36.467" v="1905" actId="1076"/>
          <ac:cxnSpMkLst>
            <pc:docMk/>
            <pc:sldMk cId="596365837" sldId="263"/>
            <ac:cxnSpMk id="107" creationId="{48CE442A-E77D-3D51-1B3A-71431BD0C471}"/>
          </ac:cxnSpMkLst>
        </pc:cxnChg>
        <pc:cxnChg chg="add mod">
          <ac:chgData name="Brian Wren" userId="54847ceb-bab2-4e6c-8246-a7dd5c6998f0" providerId="ADAL" clId="{D4CEB6ED-863A-432D-8676-B9990B83E056}" dt="2026-04-26T20:08:36.467" v="1905" actId="1076"/>
          <ac:cxnSpMkLst>
            <pc:docMk/>
            <pc:sldMk cId="596365837" sldId="263"/>
            <ac:cxnSpMk id="108" creationId="{CB52DD84-55D5-475C-CA0D-F76A28D79372}"/>
          </ac:cxnSpMkLst>
        </pc:cxnChg>
        <pc:cxnChg chg="add mod">
          <ac:chgData name="Brian Wren" userId="54847ceb-bab2-4e6c-8246-a7dd5c6998f0" providerId="ADAL" clId="{D4CEB6ED-863A-432D-8676-B9990B83E056}" dt="2026-04-26T20:10:19.272" v="1909" actId="571"/>
          <ac:cxnSpMkLst>
            <pc:docMk/>
            <pc:sldMk cId="596365837" sldId="263"/>
            <ac:cxnSpMk id="117" creationId="{7A2AAAD1-7564-359A-84C0-CBF451B398B4}"/>
          </ac:cxnSpMkLst>
        </pc:cxnChg>
        <pc:cxnChg chg="add mod">
          <ac:chgData name="Brian Wren" userId="54847ceb-bab2-4e6c-8246-a7dd5c6998f0" providerId="ADAL" clId="{D4CEB6ED-863A-432D-8676-B9990B83E056}" dt="2026-04-26T20:10:19.272" v="1909" actId="571"/>
          <ac:cxnSpMkLst>
            <pc:docMk/>
            <pc:sldMk cId="596365837" sldId="263"/>
            <ac:cxnSpMk id="119" creationId="{8989C8B2-9A6F-EA0F-12C2-06C488D0E2D9}"/>
          </ac:cxnSpMkLst>
        </pc:cxnChg>
      </pc:sldChg>
      <pc:sldChg chg="modSp mod ord">
        <pc:chgData name="Brian Wren" userId="54847ceb-bab2-4e6c-8246-a7dd5c6998f0" providerId="ADAL" clId="{D4CEB6ED-863A-432D-8676-B9990B83E056}" dt="2026-04-26T00:38:09.329" v="990"/>
        <pc:sldMkLst>
          <pc:docMk/>
          <pc:sldMk cId="1084434613" sldId="264"/>
        </pc:sldMkLst>
        <pc:spChg chg="mod">
          <ac:chgData name="Brian Wren" userId="54847ceb-bab2-4e6c-8246-a7dd5c6998f0" providerId="ADAL" clId="{D4CEB6ED-863A-432D-8676-B9990B83E056}" dt="2026-04-25T23:56:04.188" v="724" actId="20577"/>
          <ac:spMkLst>
            <pc:docMk/>
            <pc:sldMk cId="1084434613" sldId="264"/>
            <ac:spMk id="2" creationId="{1E05F695-7906-CEF3-BBB8-638401895474}"/>
          </ac:spMkLst>
        </pc:spChg>
        <pc:spChg chg="mod">
          <ac:chgData name="Brian Wren" userId="54847ceb-bab2-4e6c-8246-a7dd5c6998f0" providerId="ADAL" clId="{D4CEB6ED-863A-432D-8676-B9990B83E056}" dt="2026-04-25T23:53:51.117" v="717" actId="1076"/>
          <ac:spMkLst>
            <pc:docMk/>
            <pc:sldMk cId="1084434613" sldId="264"/>
            <ac:spMk id="3" creationId="{7042A425-224F-E66E-058C-CE20D0A62474}"/>
          </ac:spMkLst>
        </pc:spChg>
        <pc:graphicFrameChg chg="mod modGraphic">
          <ac:chgData name="Brian Wren" userId="54847ceb-bab2-4e6c-8246-a7dd5c6998f0" providerId="ADAL" clId="{D4CEB6ED-863A-432D-8676-B9990B83E056}" dt="2026-04-25T23:56:00.978" v="721" actId="1076"/>
          <ac:graphicFrameMkLst>
            <pc:docMk/>
            <pc:sldMk cId="1084434613" sldId="264"/>
            <ac:graphicFrameMk id="5" creationId="{8BE14191-BF31-9A00-5986-1FEA7294E205}"/>
          </ac:graphicFrameMkLst>
        </pc:graphicFrameChg>
      </pc:sldChg>
      <pc:sldChg chg="modSp mod ord">
        <pc:chgData name="Brian Wren" userId="54847ceb-bab2-4e6c-8246-a7dd5c6998f0" providerId="ADAL" clId="{D4CEB6ED-863A-432D-8676-B9990B83E056}" dt="2026-04-26T20:29:45.807" v="1982"/>
        <pc:sldMkLst>
          <pc:docMk/>
          <pc:sldMk cId="175030380" sldId="269"/>
        </pc:sldMkLst>
        <pc:spChg chg="mod">
          <ac:chgData name="Brian Wren" userId="54847ceb-bab2-4e6c-8246-a7dd5c6998f0" providerId="ADAL" clId="{D4CEB6ED-863A-432D-8676-B9990B83E056}" dt="2026-04-26T20:17:09.866" v="1966" actId="20577"/>
          <ac:spMkLst>
            <pc:docMk/>
            <pc:sldMk cId="175030380" sldId="269"/>
            <ac:spMk id="8" creationId="{47172F47-AA9D-141A-F58E-5E2ACAF39082}"/>
          </ac:spMkLst>
        </pc:spChg>
      </pc:sldChg>
      <pc:sldChg chg="ord">
        <pc:chgData name="Brian Wren" userId="54847ceb-bab2-4e6c-8246-a7dd5c6998f0" providerId="ADAL" clId="{D4CEB6ED-863A-432D-8676-B9990B83E056}" dt="2026-04-26T18:13:08.460" v="1235"/>
        <pc:sldMkLst>
          <pc:docMk/>
          <pc:sldMk cId="322887286" sldId="270"/>
        </pc:sldMkLst>
      </pc:sldChg>
      <pc:sldChg chg="addSp delSp modSp del mod">
        <pc:chgData name="Brian Wren" userId="54847ceb-bab2-4e6c-8246-a7dd5c6998f0" providerId="ADAL" clId="{D4CEB6ED-863A-432D-8676-B9990B83E056}" dt="2026-04-25T23:36:26.887" v="651" actId="47"/>
        <pc:sldMkLst>
          <pc:docMk/>
          <pc:sldMk cId="2017292034" sldId="277"/>
        </pc:sldMkLst>
        <pc:spChg chg="mod">
          <ac:chgData name="Brian Wren" userId="54847ceb-bab2-4e6c-8246-a7dd5c6998f0" providerId="ADAL" clId="{D4CEB6ED-863A-432D-8676-B9990B83E056}" dt="2026-04-25T22:49:15.896" v="182" actId="1076"/>
          <ac:spMkLst>
            <pc:docMk/>
            <pc:sldMk cId="2017292034" sldId="277"/>
            <ac:spMk id="4" creationId="{1F6271AA-3A1C-3E35-C375-E5BBA38156C2}"/>
          </ac:spMkLst>
        </pc:spChg>
        <pc:spChg chg="mod">
          <ac:chgData name="Brian Wren" userId="54847ceb-bab2-4e6c-8246-a7dd5c6998f0" providerId="ADAL" clId="{D4CEB6ED-863A-432D-8676-B9990B83E056}" dt="2026-04-25T22:49:15.896" v="182" actId="1076"/>
          <ac:spMkLst>
            <pc:docMk/>
            <pc:sldMk cId="2017292034" sldId="277"/>
            <ac:spMk id="5" creationId="{ED363149-3DA1-8ECA-6DB5-2E6440B96546}"/>
          </ac:spMkLst>
        </pc:spChg>
        <pc:picChg chg="mod">
          <ac:chgData name="Brian Wren" userId="54847ceb-bab2-4e6c-8246-a7dd5c6998f0" providerId="ADAL" clId="{D4CEB6ED-863A-432D-8676-B9990B83E056}" dt="2026-04-25T22:49:12.666" v="181" actId="1076"/>
          <ac:picMkLst>
            <pc:docMk/>
            <pc:sldMk cId="2017292034" sldId="277"/>
            <ac:picMk id="3" creationId="{A6B508F7-E36E-DE70-3AD4-BB43D8FF6EC9}"/>
          </ac:picMkLst>
        </pc:picChg>
        <pc:picChg chg="del">
          <ac:chgData name="Brian Wren" userId="54847ceb-bab2-4e6c-8246-a7dd5c6998f0" providerId="ADAL" clId="{D4CEB6ED-863A-432D-8676-B9990B83E056}" dt="2026-04-25T14:23:11.713" v="0" actId="478"/>
          <ac:picMkLst>
            <pc:docMk/>
            <pc:sldMk cId="2017292034" sldId="277"/>
            <ac:picMk id="6" creationId="{92D04F62-A014-F884-F3B4-C050E0A0D369}"/>
          </ac:picMkLst>
        </pc:picChg>
        <pc:picChg chg="add mod">
          <ac:chgData name="Brian Wren" userId="54847ceb-bab2-4e6c-8246-a7dd5c6998f0" providerId="ADAL" clId="{D4CEB6ED-863A-432D-8676-B9990B83E056}" dt="2026-04-25T22:49:12.666" v="181" actId="1076"/>
          <ac:picMkLst>
            <pc:docMk/>
            <pc:sldMk cId="2017292034" sldId="277"/>
            <ac:picMk id="7" creationId="{0F148646-D67A-EDB5-2E36-CD85531629C8}"/>
          </ac:picMkLst>
        </pc:picChg>
        <pc:picChg chg="add del mod">
          <ac:chgData name="Brian Wren" userId="54847ceb-bab2-4e6c-8246-a7dd5c6998f0" providerId="ADAL" clId="{D4CEB6ED-863A-432D-8676-B9990B83E056}" dt="2026-04-25T14:40:58.374" v="36" actId="478"/>
          <ac:picMkLst>
            <pc:docMk/>
            <pc:sldMk cId="2017292034" sldId="277"/>
            <ac:picMk id="9" creationId="{7CF6AAF2-3BBB-5F7D-F4C9-4F2F514CA120}"/>
          </ac:picMkLst>
        </pc:picChg>
      </pc:sldChg>
      <pc:sldChg chg="addSp modSp del mod">
        <pc:chgData name="Brian Wren" userId="54847ceb-bab2-4e6c-8246-a7dd5c6998f0" providerId="ADAL" clId="{D4CEB6ED-863A-432D-8676-B9990B83E056}" dt="2026-04-25T23:36:26.887" v="651" actId="47"/>
        <pc:sldMkLst>
          <pc:docMk/>
          <pc:sldMk cId="2135194262" sldId="278"/>
        </pc:sldMkLst>
        <pc:spChg chg="mod">
          <ac:chgData name="Brian Wren" userId="54847ceb-bab2-4e6c-8246-a7dd5c6998f0" providerId="ADAL" clId="{D4CEB6ED-863A-432D-8676-B9990B83E056}" dt="2026-04-25T14:42:27.118" v="131" actId="20577"/>
          <ac:spMkLst>
            <pc:docMk/>
            <pc:sldMk cId="2135194262" sldId="278"/>
            <ac:spMk id="2" creationId="{CCC58DB5-D3B2-B9B1-099B-7D6880E48F6E}"/>
          </ac:spMkLst>
        </pc:spChg>
        <pc:spChg chg="add">
          <ac:chgData name="Brian Wren" userId="54847ceb-bab2-4e6c-8246-a7dd5c6998f0" providerId="ADAL" clId="{D4CEB6ED-863A-432D-8676-B9990B83E056}" dt="2026-04-25T22:51:10.412" v="184" actId="22"/>
          <ac:spMkLst>
            <pc:docMk/>
            <pc:sldMk cId="2135194262" sldId="278"/>
            <ac:spMk id="5" creationId="{FABCE816-1F7B-4CB9-829B-61E1C9950446}"/>
          </ac:spMkLst>
        </pc:spChg>
        <pc:spChg chg="add">
          <ac:chgData name="Brian Wren" userId="54847ceb-bab2-4e6c-8246-a7dd5c6998f0" providerId="ADAL" clId="{D4CEB6ED-863A-432D-8676-B9990B83E056}" dt="2026-04-25T22:51:10.412" v="184" actId="22"/>
          <ac:spMkLst>
            <pc:docMk/>
            <pc:sldMk cId="2135194262" sldId="278"/>
            <ac:spMk id="7" creationId="{36391469-1A63-5D88-F978-92AD593DED54}"/>
          </ac:spMkLst>
        </pc:spChg>
        <pc:picChg chg="mod">
          <ac:chgData name="Brian Wren" userId="54847ceb-bab2-4e6c-8246-a7dd5c6998f0" providerId="ADAL" clId="{D4CEB6ED-863A-432D-8676-B9990B83E056}" dt="2026-04-25T22:51:16.620" v="186" actId="1076"/>
          <ac:picMkLst>
            <pc:docMk/>
            <pc:sldMk cId="2135194262" sldId="278"/>
            <ac:picMk id="4" creationId="{81DF779F-F3AD-C459-D69E-1F13658F2272}"/>
          </ac:picMkLst>
        </pc:picChg>
      </pc:sldChg>
      <pc:sldChg chg="new del">
        <pc:chgData name="Brian Wren" userId="54847ceb-bab2-4e6c-8246-a7dd5c6998f0" providerId="ADAL" clId="{D4CEB6ED-863A-432D-8676-B9990B83E056}" dt="2026-04-25T14:40:29.457" v="9" actId="47"/>
        <pc:sldMkLst>
          <pc:docMk/>
          <pc:sldMk cId="2739016759" sldId="283"/>
        </pc:sldMkLst>
      </pc:sldChg>
      <pc:sldChg chg="addSp delSp modSp add del mod">
        <pc:chgData name="Brian Wren" userId="54847ceb-bab2-4e6c-8246-a7dd5c6998f0" providerId="ADAL" clId="{D4CEB6ED-863A-432D-8676-B9990B83E056}" dt="2026-04-25T23:36:26.887" v="651" actId="47"/>
        <pc:sldMkLst>
          <pc:docMk/>
          <pc:sldMk cId="4034644923" sldId="283"/>
        </pc:sldMkLst>
        <pc:spChg chg="mod">
          <ac:chgData name="Brian Wren" userId="54847ceb-bab2-4e6c-8246-a7dd5c6998f0" providerId="ADAL" clId="{D4CEB6ED-863A-432D-8676-B9990B83E056}" dt="2026-04-25T14:40:43.541" v="25" actId="20577"/>
          <ac:spMkLst>
            <pc:docMk/>
            <pc:sldMk cId="4034644923" sldId="283"/>
            <ac:spMk id="2" creationId="{89EE457B-0AA0-4421-1673-FBF33D3880F8}"/>
          </ac:spMkLst>
        </pc:spChg>
        <pc:spChg chg="del">
          <ac:chgData name="Brian Wren" userId="54847ceb-bab2-4e6c-8246-a7dd5c6998f0" providerId="ADAL" clId="{D4CEB6ED-863A-432D-8676-B9990B83E056}" dt="2026-04-25T14:40:48.703" v="29" actId="478"/>
          <ac:spMkLst>
            <pc:docMk/>
            <pc:sldMk cId="4034644923" sldId="283"/>
            <ac:spMk id="4" creationId="{1B3B3ACD-372D-0E4D-2589-3FC4C7625742}"/>
          </ac:spMkLst>
        </pc:spChg>
        <pc:spChg chg="del">
          <ac:chgData name="Brian Wren" userId="54847ceb-bab2-4e6c-8246-a7dd5c6998f0" providerId="ADAL" clId="{D4CEB6ED-863A-432D-8676-B9990B83E056}" dt="2026-04-25T14:40:51.146" v="32" actId="478"/>
          <ac:spMkLst>
            <pc:docMk/>
            <pc:sldMk cId="4034644923" sldId="283"/>
            <ac:spMk id="5" creationId="{EEAD5828-FC07-2E8F-1596-A25E6890E370}"/>
          </ac:spMkLst>
        </pc:spChg>
        <pc:spChg chg="add mod">
          <ac:chgData name="Brian Wren" userId="54847ceb-bab2-4e6c-8246-a7dd5c6998f0" providerId="ADAL" clId="{D4CEB6ED-863A-432D-8676-B9990B83E056}" dt="2026-04-25T22:48:58.216" v="179" actId="1076"/>
          <ac:spMkLst>
            <pc:docMk/>
            <pc:sldMk cId="4034644923" sldId="283"/>
            <ac:spMk id="8" creationId="{B107F6AD-5C0F-802A-0C19-4986B9BAA9EB}"/>
          </ac:spMkLst>
        </pc:spChg>
        <pc:picChg chg="del">
          <ac:chgData name="Brian Wren" userId="54847ceb-bab2-4e6c-8246-a7dd5c6998f0" providerId="ADAL" clId="{D4CEB6ED-863A-432D-8676-B9990B83E056}" dt="2026-04-25T14:40:50.241" v="31" actId="478"/>
          <ac:picMkLst>
            <pc:docMk/>
            <pc:sldMk cId="4034644923" sldId="283"/>
            <ac:picMk id="3" creationId="{9E343DE0-E6D3-6FB6-9B53-F39B8C10F3C3}"/>
          </ac:picMkLst>
        </pc:picChg>
        <pc:picChg chg="del">
          <ac:chgData name="Brian Wren" userId="54847ceb-bab2-4e6c-8246-a7dd5c6998f0" providerId="ADAL" clId="{D4CEB6ED-863A-432D-8676-B9990B83E056}" dt="2026-04-25T14:40:47.188" v="28" actId="478"/>
          <ac:picMkLst>
            <pc:docMk/>
            <pc:sldMk cId="4034644923" sldId="283"/>
            <ac:picMk id="7" creationId="{6BE118D7-C492-A002-C2F5-9F906D91F3D7}"/>
          </ac:picMkLst>
        </pc:picChg>
        <pc:picChg chg="mod">
          <ac:chgData name="Brian Wren" userId="54847ceb-bab2-4e6c-8246-a7dd5c6998f0" providerId="ADAL" clId="{D4CEB6ED-863A-432D-8676-B9990B83E056}" dt="2026-04-25T22:48:55.464" v="178" actId="1076"/>
          <ac:picMkLst>
            <pc:docMk/>
            <pc:sldMk cId="4034644923" sldId="283"/>
            <ac:picMk id="9" creationId="{B29E6F80-C3D6-3E2B-B5FC-E86AD44D6A31}"/>
          </ac:picMkLst>
        </pc:picChg>
      </pc:sldChg>
      <pc:sldChg chg="addSp modSp new del mod">
        <pc:chgData name="Brian Wren" userId="54847ceb-bab2-4e6c-8246-a7dd5c6998f0" providerId="ADAL" clId="{D4CEB6ED-863A-432D-8676-B9990B83E056}" dt="2026-04-25T23:36:26.887" v="651" actId="47"/>
        <pc:sldMkLst>
          <pc:docMk/>
          <pc:sldMk cId="4245068006" sldId="284"/>
        </pc:sldMkLst>
        <pc:spChg chg="mod">
          <ac:chgData name="Brian Wren" userId="54847ceb-bab2-4e6c-8246-a7dd5c6998f0" providerId="ADAL" clId="{D4CEB6ED-863A-432D-8676-B9990B83E056}" dt="2026-04-25T22:46:35.219" v="172" actId="20577"/>
          <ac:spMkLst>
            <pc:docMk/>
            <pc:sldMk cId="4245068006" sldId="284"/>
            <ac:spMk id="2" creationId="{B64F40BF-EEAC-8A69-962B-3D2973C33F8D}"/>
          </ac:spMkLst>
        </pc:spChg>
        <pc:spChg chg="add">
          <ac:chgData name="Brian Wren" userId="54847ceb-bab2-4e6c-8246-a7dd5c6998f0" providerId="ADAL" clId="{D4CEB6ED-863A-432D-8676-B9990B83E056}" dt="2026-04-25T22:53:44.924" v="187" actId="22"/>
          <ac:spMkLst>
            <pc:docMk/>
            <pc:sldMk cId="4245068006" sldId="284"/>
            <ac:spMk id="5" creationId="{429ADB61-6C68-1711-3423-D3462BDA2ABD}"/>
          </ac:spMkLst>
        </pc:spChg>
        <pc:picChg chg="add mod">
          <ac:chgData name="Brian Wren" userId="54847ceb-bab2-4e6c-8246-a7dd5c6998f0" providerId="ADAL" clId="{D4CEB6ED-863A-432D-8676-B9990B83E056}" dt="2026-04-25T22:53:48.944" v="188" actId="1076"/>
          <ac:picMkLst>
            <pc:docMk/>
            <pc:sldMk cId="4245068006" sldId="284"/>
            <ac:picMk id="3" creationId="{35FB4F99-6471-7117-8BDD-C4B19F7B4A60}"/>
          </ac:picMkLst>
        </pc:picChg>
      </pc:sldChg>
      <pc:sldChg chg="addSp delSp modSp new mod addAnim delAnim modAnim">
        <pc:chgData name="Brian Wren" userId="54847ceb-bab2-4e6c-8246-a7dd5c6998f0" providerId="ADAL" clId="{D4CEB6ED-863A-432D-8676-B9990B83E056}" dt="2026-04-26T17:18:55.236" v="1082" actId="167"/>
        <pc:sldMkLst>
          <pc:docMk/>
          <pc:sldMk cId="3202311351" sldId="285"/>
        </pc:sldMkLst>
        <pc:spChg chg="mod">
          <ac:chgData name="Brian Wren" userId="54847ceb-bab2-4e6c-8246-a7dd5c6998f0" providerId="ADAL" clId="{D4CEB6ED-863A-432D-8676-B9990B83E056}" dt="2026-04-25T22:54:27.119" v="228" actId="20577"/>
          <ac:spMkLst>
            <pc:docMk/>
            <pc:sldMk cId="3202311351" sldId="285"/>
            <ac:spMk id="2" creationId="{88CD32D4-C6B1-5957-CA6E-1A4FFAC2790A}"/>
          </ac:spMkLst>
        </pc:spChg>
        <pc:spChg chg="add del mod">
          <ac:chgData name="Brian Wren" userId="54847ceb-bab2-4e6c-8246-a7dd5c6998f0" providerId="ADAL" clId="{D4CEB6ED-863A-432D-8676-B9990B83E056}" dt="2026-04-25T23:02:30.508" v="372" actId="478"/>
          <ac:spMkLst>
            <pc:docMk/>
            <pc:sldMk cId="3202311351" sldId="285"/>
            <ac:spMk id="5" creationId="{1DE43FAE-BDED-3B48-DCE1-13B24D560CF7}"/>
          </ac:spMkLst>
        </pc:spChg>
        <pc:spChg chg="add mod">
          <ac:chgData name="Brian Wren" userId="54847ceb-bab2-4e6c-8246-a7dd5c6998f0" providerId="ADAL" clId="{D4CEB6ED-863A-432D-8676-B9990B83E056}" dt="2026-04-25T23:08:25.709" v="467" actId="1076"/>
          <ac:spMkLst>
            <pc:docMk/>
            <pc:sldMk cId="3202311351" sldId="285"/>
            <ac:spMk id="7" creationId="{08B9EFB2-F3C6-AB7D-B693-5FA40A2ABC1B}"/>
          </ac:spMkLst>
        </pc:spChg>
        <pc:spChg chg="add mod">
          <ac:chgData name="Brian Wren" userId="54847ceb-bab2-4e6c-8246-a7dd5c6998f0" providerId="ADAL" clId="{D4CEB6ED-863A-432D-8676-B9990B83E056}" dt="2026-04-25T23:08:29.946" v="468" actId="1076"/>
          <ac:spMkLst>
            <pc:docMk/>
            <pc:sldMk cId="3202311351" sldId="285"/>
            <ac:spMk id="8" creationId="{7CA3E74D-84DF-ED9D-0312-EAD23FBAFC17}"/>
          </ac:spMkLst>
        </pc:spChg>
        <pc:spChg chg="add del mod">
          <ac:chgData name="Brian Wren" userId="54847ceb-bab2-4e6c-8246-a7dd5c6998f0" providerId="ADAL" clId="{D4CEB6ED-863A-432D-8676-B9990B83E056}" dt="2026-04-25T22:57:50.493" v="272" actId="478"/>
          <ac:spMkLst>
            <pc:docMk/>
            <pc:sldMk cId="3202311351" sldId="285"/>
            <ac:spMk id="9" creationId="{6E92638A-3D87-5455-57C9-DD98C6B4E43D}"/>
          </ac:spMkLst>
        </pc:spChg>
        <pc:spChg chg="add mod">
          <ac:chgData name="Brian Wren" userId="54847ceb-bab2-4e6c-8246-a7dd5c6998f0" providerId="ADAL" clId="{D4CEB6ED-863A-432D-8676-B9990B83E056}" dt="2026-04-25T22:58:27.051" v="289" actId="20577"/>
          <ac:spMkLst>
            <pc:docMk/>
            <pc:sldMk cId="3202311351" sldId="285"/>
            <ac:spMk id="10" creationId="{28B984BB-1B1D-17A1-1900-C625A0DE53F0}"/>
          </ac:spMkLst>
        </pc:spChg>
        <pc:spChg chg="add mod">
          <ac:chgData name="Brian Wren" userId="54847ceb-bab2-4e6c-8246-a7dd5c6998f0" providerId="ADAL" clId="{D4CEB6ED-863A-432D-8676-B9990B83E056}" dt="2026-04-25T23:05:49.961" v="423" actId="6549"/>
          <ac:spMkLst>
            <pc:docMk/>
            <pc:sldMk cId="3202311351" sldId="285"/>
            <ac:spMk id="11" creationId="{ECD64D86-BEA3-FEB2-1A18-653A54C0E974}"/>
          </ac:spMkLst>
        </pc:spChg>
        <pc:spChg chg="add del mod">
          <ac:chgData name="Brian Wren" userId="54847ceb-bab2-4e6c-8246-a7dd5c6998f0" providerId="ADAL" clId="{D4CEB6ED-863A-432D-8676-B9990B83E056}" dt="2026-04-25T23:02:29.072" v="371" actId="478"/>
          <ac:spMkLst>
            <pc:docMk/>
            <pc:sldMk cId="3202311351" sldId="285"/>
            <ac:spMk id="12" creationId="{EC3355C3-EB4B-E8AA-3448-5C075E9B56EE}"/>
          </ac:spMkLst>
        </pc:spChg>
        <pc:spChg chg="add mod">
          <ac:chgData name="Brian Wren" userId="54847ceb-bab2-4e6c-8246-a7dd5c6998f0" providerId="ADAL" clId="{D4CEB6ED-863A-432D-8676-B9990B83E056}" dt="2026-04-25T23:02:37.634" v="400" actId="1036"/>
          <ac:spMkLst>
            <pc:docMk/>
            <pc:sldMk cId="3202311351" sldId="285"/>
            <ac:spMk id="13" creationId="{3C83E081-3160-0215-B235-2D132527137F}"/>
          </ac:spMkLst>
        </pc:spChg>
        <pc:spChg chg="add mod">
          <ac:chgData name="Brian Wren" userId="54847ceb-bab2-4e6c-8246-a7dd5c6998f0" providerId="ADAL" clId="{D4CEB6ED-863A-432D-8676-B9990B83E056}" dt="2026-04-25T23:01:32.767" v="351" actId="1076"/>
          <ac:spMkLst>
            <pc:docMk/>
            <pc:sldMk cId="3202311351" sldId="285"/>
            <ac:spMk id="14" creationId="{5F3C611C-C872-4D09-8523-3647B525D539}"/>
          </ac:spMkLst>
        </pc:spChg>
        <pc:spChg chg="add mod">
          <ac:chgData name="Brian Wren" userId="54847ceb-bab2-4e6c-8246-a7dd5c6998f0" providerId="ADAL" clId="{D4CEB6ED-863A-432D-8676-B9990B83E056}" dt="2026-04-25T23:01:39.513" v="353" actId="20577"/>
          <ac:spMkLst>
            <pc:docMk/>
            <pc:sldMk cId="3202311351" sldId="285"/>
            <ac:spMk id="15" creationId="{FC55049E-F460-E927-9FF4-F49AA2D78BC0}"/>
          </ac:spMkLst>
        </pc:spChg>
        <pc:spChg chg="add mod">
          <ac:chgData name="Brian Wren" userId="54847ceb-bab2-4e6c-8246-a7dd5c6998f0" providerId="ADAL" clId="{D4CEB6ED-863A-432D-8676-B9990B83E056}" dt="2026-04-25T23:02:37.634" v="400" actId="1036"/>
          <ac:spMkLst>
            <pc:docMk/>
            <pc:sldMk cId="3202311351" sldId="285"/>
            <ac:spMk id="16" creationId="{0DC2B7DF-8D51-6A41-7B21-D654C09517F4}"/>
          </ac:spMkLst>
        </pc:spChg>
        <pc:spChg chg="add mod">
          <ac:chgData name="Brian Wren" userId="54847ceb-bab2-4e6c-8246-a7dd5c6998f0" providerId="ADAL" clId="{D4CEB6ED-863A-432D-8676-B9990B83E056}" dt="2026-04-25T23:05:02.512" v="418" actId="1076"/>
          <ac:spMkLst>
            <pc:docMk/>
            <pc:sldMk cId="3202311351" sldId="285"/>
            <ac:spMk id="24" creationId="{60DF67B9-2DB9-3966-0ACA-C284B544C54B}"/>
          </ac:spMkLst>
        </pc:spChg>
        <pc:spChg chg="add mod">
          <ac:chgData name="Brian Wren" userId="54847ceb-bab2-4e6c-8246-a7dd5c6998f0" providerId="ADAL" clId="{D4CEB6ED-863A-432D-8676-B9990B83E056}" dt="2026-04-25T23:06:15.872" v="453" actId="1076"/>
          <ac:spMkLst>
            <pc:docMk/>
            <pc:sldMk cId="3202311351" sldId="285"/>
            <ac:spMk id="25" creationId="{9D770E84-2018-66EC-4178-AA1287B86D55}"/>
          </ac:spMkLst>
        </pc:spChg>
        <pc:spChg chg="add mod">
          <ac:chgData name="Brian Wren" userId="54847ceb-bab2-4e6c-8246-a7dd5c6998f0" providerId="ADAL" clId="{D4CEB6ED-863A-432D-8676-B9990B83E056}" dt="2026-04-25T23:32:49.552" v="645" actId="1036"/>
          <ac:spMkLst>
            <pc:docMk/>
            <pc:sldMk cId="3202311351" sldId="285"/>
            <ac:spMk id="30" creationId="{43B4016E-6353-DCFA-7EA1-D0398AB62A5D}"/>
          </ac:spMkLst>
        </pc:spChg>
        <pc:spChg chg="add mod">
          <ac:chgData name="Brian Wren" userId="54847ceb-bab2-4e6c-8246-a7dd5c6998f0" providerId="ADAL" clId="{D4CEB6ED-863A-432D-8676-B9990B83E056}" dt="2026-04-25T23:17:51.663" v="564" actId="571"/>
          <ac:spMkLst>
            <pc:docMk/>
            <pc:sldMk cId="3202311351" sldId="285"/>
            <ac:spMk id="31" creationId="{0A1A165A-E0C2-6FC2-DC2D-429A3477DC9C}"/>
          </ac:spMkLst>
        </pc:spChg>
        <pc:spChg chg="add del mod">
          <ac:chgData name="Brian Wren" userId="54847ceb-bab2-4e6c-8246-a7dd5c6998f0" providerId="ADAL" clId="{D4CEB6ED-863A-432D-8676-B9990B83E056}" dt="2026-04-25T23:18:52.843" v="575" actId="478"/>
          <ac:spMkLst>
            <pc:docMk/>
            <pc:sldMk cId="3202311351" sldId="285"/>
            <ac:spMk id="32" creationId="{A056CF82-7A8B-08E4-9D25-54E8FED8D2ED}"/>
          </ac:spMkLst>
        </pc:spChg>
        <pc:spChg chg="add mod">
          <ac:chgData name="Brian Wren" userId="54847ceb-bab2-4e6c-8246-a7dd5c6998f0" providerId="ADAL" clId="{D4CEB6ED-863A-432D-8676-B9990B83E056}" dt="2026-04-25T23:18:05.736" v="567" actId="1076"/>
          <ac:spMkLst>
            <pc:docMk/>
            <pc:sldMk cId="3202311351" sldId="285"/>
            <ac:spMk id="33" creationId="{656CA9AC-40C9-7A7A-57BE-A4DFEDEE1A74}"/>
          </ac:spMkLst>
        </pc:spChg>
        <pc:spChg chg="add mod">
          <ac:chgData name="Brian Wren" userId="54847ceb-bab2-4e6c-8246-a7dd5c6998f0" providerId="ADAL" clId="{D4CEB6ED-863A-432D-8676-B9990B83E056}" dt="2026-04-25T23:32:38.802" v="610" actId="571"/>
          <ac:spMkLst>
            <pc:docMk/>
            <pc:sldMk cId="3202311351" sldId="285"/>
            <ac:spMk id="38" creationId="{FD7A092A-63C3-1C53-CDE0-C587D9DD4A5C}"/>
          </ac:spMkLst>
        </pc:spChg>
        <pc:picChg chg="add mod ord">
          <ac:chgData name="Brian Wren" userId="54847ceb-bab2-4e6c-8246-a7dd5c6998f0" providerId="ADAL" clId="{D4CEB6ED-863A-432D-8676-B9990B83E056}" dt="2026-04-26T17:18:52.954" v="1078" actId="167"/>
          <ac:picMkLst>
            <pc:docMk/>
            <pc:sldMk cId="3202311351" sldId="285"/>
            <ac:picMk id="18" creationId="{54341A50-52F3-AD07-7925-16B61847F5DF}"/>
          </ac:picMkLst>
        </pc:picChg>
        <pc:picChg chg="add mod ord modCrop">
          <ac:chgData name="Brian Wren" userId="54847ceb-bab2-4e6c-8246-a7dd5c6998f0" providerId="ADAL" clId="{D4CEB6ED-863A-432D-8676-B9990B83E056}" dt="2026-04-26T17:18:54.760" v="1079" actId="167"/>
          <ac:picMkLst>
            <pc:docMk/>
            <pc:sldMk cId="3202311351" sldId="285"/>
            <ac:picMk id="27" creationId="{C6301360-DFCA-A2D4-A911-D7445056EABE}"/>
          </ac:picMkLst>
        </pc:picChg>
        <pc:picChg chg="add mod ord">
          <ac:chgData name="Brian Wren" userId="54847ceb-bab2-4e6c-8246-a7dd5c6998f0" providerId="ADAL" clId="{D4CEB6ED-863A-432D-8676-B9990B83E056}" dt="2026-04-26T17:18:54.906" v="1080" actId="167"/>
          <ac:picMkLst>
            <pc:docMk/>
            <pc:sldMk cId="3202311351" sldId="285"/>
            <ac:picMk id="29" creationId="{6C508404-17D1-F811-A2FA-9BCC70C2E56A}"/>
          </ac:picMkLst>
        </pc:picChg>
        <pc:picChg chg="add mod ord">
          <ac:chgData name="Brian Wren" userId="54847ceb-bab2-4e6c-8246-a7dd5c6998f0" providerId="ADAL" clId="{D4CEB6ED-863A-432D-8676-B9990B83E056}" dt="2026-04-26T17:18:55.089" v="1081" actId="167"/>
          <ac:picMkLst>
            <pc:docMk/>
            <pc:sldMk cId="3202311351" sldId="285"/>
            <ac:picMk id="35" creationId="{1542A063-F606-105C-96F5-2C5E6B3C86BA}"/>
          </ac:picMkLst>
        </pc:picChg>
        <pc:picChg chg="add mod ord">
          <ac:chgData name="Brian Wren" userId="54847ceb-bab2-4e6c-8246-a7dd5c6998f0" providerId="ADAL" clId="{D4CEB6ED-863A-432D-8676-B9990B83E056}" dt="2026-04-26T17:18:55.236" v="1082" actId="167"/>
          <ac:picMkLst>
            <pc:docMk/>
            <pc:sldMk cId="3202311351" sldId="285"/>
            <ac:picMk id="37" creationId="{0F20C750-1CF5-0044-E598-77D20B9A9F7D}"/>
          </ac:picMkLst>
        </pc:picChg>
        <pc:cxnChg chg="add mod">
          <ac:chgData name="Brian Wren" userId="54847ceb-bab2-4e6c-8246-a7dd5c6998f0" providerId="ADAL" clId="{D4CEB6ED-863A-432D-8676-B9990B83E056}" dt="2026-04-25T23:04:42.158" v="411" actId="692"/>
          <ac:cxnSpMkLst>
            <pc:docMk/>
            <pc:sldMk cId="3202311351" sldId="285"/>
            <ac:cxnSpMk id="4" creationId="{6A4E2E6F-DFE9-07AF-0DB3-9B98ED4885C1}"/>
          </ac:cxnSpMkLst>
        </pc:cxnChg>
        <pc:cxnChg chg="add mod">
          <ac:chgData name="Brian Wren" userId="54847ceb-bab2-4e6c-8246-a7dd5c6998f0" providerId="ADAL" clId="{D4CEB6ED-863A-432D-8676-B9990B83E056}" dt="2026-04-25T23:03:16.080" v="406" actId="14100"/>
          <ac:cxnSpMkLst>
            <pc:docMk/>
            <pc:sldMk cId="3202311351" sldId="285"/>
            <ac:cxnSpMk id="20" creationId="{16B9D753-1EE7-071C-572A-006021D100BC}"/>
          </ac:cxnSpMkLst>
        </pc:cxnChg>
        <pc:cxnChg chg="add mod">
          <ac:chgData name="Brian Wren" userId="54847ceb-bab2-4e6c-8246-a7dd5c6998f0" providerId="ADAL" clId="{D4CEB6ED-863A-432D-8676-B9990B83E056}" dt="2026-04-25T23:03:23.206" v="408" actId="14100"/>
          <ac:cxnSpMkLst>
            <pc:docMk/>
            <pc:sldMk cId="3202311351" sldId="285"/>
            <ac:cxnSpMk id="22" creationId="{E1142553-BBD2-9155-BACB-94F83DFE465F}"/>
          </ac:cxnSpMkLst>
        </pc:cxnChg>
      </pc:sldChg>
      <pc:sldChg chg="addSp delSp modSp new mod ord">
        <pc:chgData name="Brian Wren" userId="54847ceb-bab2-4e6c-8246-a7dd5c6998f0" providerId="ADAL" clId="{D4CEB6ED-863A-432D-8676-B9990B83E056}" dt="2026-04-26T20:19:52.555" v="1976"/>
        <pc:sldMkLst>
          <pc:docMk/>
          <pc:sldMk cId="3212796445" sldId="286"/>
        </pc:sldMkLst>
        <pc:spChg chg="mod">
          <ac:chgData name="Brian Wren" userId="54847ceb-bab2-4e6c-8246-a7dd5c6998f0" providerId="ADAL" clId="{D4CEB6ED-863A-432D-8676-B9990B83E056}" dt="2026-04-26T00:10:41.693" v="782" actId="20577"/>
          <ac:spMkLst>
            <pc:docMk/>
            <pc:sldMk cId="3212796445" sldId="286"/>
            <ac:spMk id="2" creationId="{8A079D88-F7E3-E919-CC9F-4DD6C2D74E2A}"/>
          </ac:spMkLst>
        </pc:spChg>
        <pc:spChg chg="mod">
          <ac:chgData name="Brian Wren" userId="54847ceb-bab2-4e6c-8246-a7dd5c6998f0" providerId="ADAL" clId="{D4CEB6ED-863A-432D-8676-B9990B83E056}" dt="2026-04-26T00:10:46.749" v="783" actId="14100"/>
          <ac:spMkLst>
            <pc:docMk/>
            <pc:sldMk cId="3212796445" sldId="286"/>
            <ac:spMk id="3" creationId="{EE1BF597-9337-76AA-EB2D-A2C91579FDEE}"/>
          </ac:spMkLst>
        </pc:spChg>
        <pc:spChg chg="add mod">
          <ac:chgData name="Brian Wren" userId="54847ceb-bab2-4e6c-8246-a7dd5c6998f0" providerId="ADAL" clId="{D4CEB6ED-863A-432D-8676-B9990B83E056}" dt="2026-04-26T00:28:00.865" v="981" actId="14100"/>
          <ac:spMkLst>
            <pc:docMk/>
            <pc:sldMk cId="3212796445" sldId="286"/>
            <ac:spMk id="4" creationId="{9E7414C7-780A-4FC5-92CA-287B2DB25D6E}"/>
          </ac:spMkLst>
        </pc:spChg>
        <pc:picChg chg="del mod modCrop">
          <ac:chgData name="Brian Wren" userId="54847ceb-bab2-4e6c-8246-a7dd5c6998f0" providerId="ADAL" clId="{D4CEB6ED-863A-432D-8676-B9990B83E056}" dt="2026-04-26T00:25:28.668" v="925" actId="478"/>
          <ac:picMkLst>
            <pc:docMk/>
            <pc:sldMk cId="3212796445" sldId="286"/>
            <ac:picMk id="5" creationId="{5395E560-38A1-685E-43D1-666DC470B5DB}"/>
          </ac:picMkLst>
        </pc:picChg>
        <pc:picChg chg="mod">
          <ac:chgData name="Brian Wren" userId="54847ceb-bab2-4e6c-8246-a7dd5c6998f0" providerId="ADAL" clId="{D4CEB6ED-863A-432D-8676-B9990B83E056}" dt="2026-04-26T00:29:11.165" v="984" actId="1076"/>
          <ac:picMkLst>
            <pc:docMk/>
            <pc:sldMk cId="3212796445" sldId="286"/>
            <ac:picMk id="7" creationId="{12091E53-E0F7-B5CE-4A0A-5E4104D521AF}"/>
          </ac:picMkLst>
        </pc:picChg>
        <pc:picChg chg="mod modCrop">
          <ac:chgData name="Brian Wren" userId="54847ceb-bab2-4e6c-8246-a7dd5c6998f0" providerId="ADAL" clId="{D4CEB6ED-863A-432D-8676-B9990B83E056}" dt="2026-04-26T00:29:43.022" v="988" actId="1076"/>
          <ac:picMkLst>
            <pc:docMk/>
            <pc:sldMk cId="3212796445" sldId="286"/>
            <ac:picMk id="9" creationId="{2F954FBF-BCFC-1F14-E7AF-B925749BFA32}"/>
          </ac:picMkLst>
        </pc:picChg>
      </pc:sldChg>
      <pc:sldChg chg="addSp delSp modSp new mod">
        <pc:chgData name="Brian Wren" userId="54847ceb-bab2-4e6c-8246-a7dd5c6998f0" providerId="ADAL" clId="{D4CEB6ED-863A-432D-8676-B9990B83E056}" dt="2026-04-26T18:12:36.336" v="1227" actId="20577"/>
        <pc:sldMkLst>
          <pc:docMk/>
          <pc:sldMk cId="3312962151" sldId="287"/>
        </pc:sldMkLst>
        <pc:spChg chg="mod">
          <ac:chgData name="Brian Wren" userId="54847ceb-bab2-4e6c-8246-a7dd5c6998f0" providerId="ADAL" clId="{D4CEB6ED-863A-432D-8676-B9990B83E056}" dt="2026-04-26T16:19:42.626" v="1001" actId="20577"/>
          <ac:spMkLst>
            <pc:docMk/>
            <pc:sldMk cId="3312962151" sldId="287"/>
            <ac:spMk id="2" creationId="{3A518930-C911-F51F-C339-51E2C5FE4BD1}"/>
          </ac:spMkLst>
        </pc:spChg>
        <pc:spChg chg="del">
          <ac:chgData name="Brian Wren" userId="54847ceb-bab2-4e6c-8246-a7dd5c6998f0" providerId="ADAL" clId="{D4CEB6ED-863A-432D-8676-B9990B83E056}" dt="2026-04-26T16:19:45.948" v="1002" actId="478"/>
          <ac:spMkLst>
            <pc:docMk/>
            <pc:sldMk cId="3312962151" sldId="287"/>
            <ac:spMk id="3" creationId="{1A2DD1AA-EFF8-1DD1-CEF6-8604AC8EAF7A}"/>
          </ac:spMkLst>
        </pc:spChg>
        <pc:spChg chg="add mod">
          <ac:chgData name="Brian Wren" userId="54847ceb-bab2-4e6c-8246-a7dd5c6998f0" providerId="ADAL" clId="{D4CEB6ED-863A-432D-8676-B9990B83E056}" dt="2026-04-26T18:12:36.336" v="1227" actId="20577"/>
          <ac:spMkLst>
            <pc:docMk/>
            <pc:sldMk cId="3312962151" sldId="287"/>
            <ac:spMk id="4" creationId="{070544C2-63E1-E617-E248-1ABDD5C47361}"/>
          </ac:spMkLst>
        </pc:spChg>
      </pc:sldChg>
      <pc:sldChg chg="modSp new mod ord">
        <pc:chgData name="Brian Wren" userId="54847ceb-bab2-4e6c-8246-a7dd5c6998f0" providerId="ADAL" clId="{D4CEB6ED-863A-432D-8676-B9990B83E056}" dt="2026-04-26T20:19:57.775" v="1978"/>
        <pc:sldMkLst>
          <pc:docMk/>
          <pc:sldMk cId="3011385314" sldId="288"/>
        </pc:sldMkLst>
        <pc:spChg chg="mod">
          <ac:chgData name="Brian Wren" userId="54847ceb-bab2-4e6c-8246-a7dd5c6998f0" providerId="ADAL" clId="{D4CEB6ED-863A-432D-8676-B9990B83E056}" dt="2026-04-26T17:29:21.323" v="1101" actId="20577"/>
          <ac:spMkLst>
            <pc:docMk/>
            <pc:sldMk cId="3011385314" sldId="288"/>
            <ac:spMk id="2" creationId="{8965F938-CBC4-CDC5-9AB7-9C118F1733E8}"/>
          </ac:spMkLst>
        </pc:spChg>
        <pc:spChg chg="mod">
          <ac:chgData name="Brian Wren" userId="54847ceb-bab2-4e6c-8246-a7dd5c6998f0" providerId="ADAL" clId="{D4CEB6ED-863A-432D-8676-B9990B83E056}" dt="2026-04-26T17:34:56.844" v="1225" actId="20577"/>
          <ac:spMkLst>
            <pc:docMk/>
            <pc:sldMk cId="3011385314" sldId="288"/>
            <ac:spMk id="3" creationId="{84C1292B-B714-5F3D-C945-23BC298AB37B}"/>
          </ac:spMkLst>
        </pc:spChg>
      </pc:sldChg>
      <pc:sldChg chg="modSp add mod">
        <pc:chgData name="Brian Wren" userId="54847ceb-bab2-4e6c-8246-a7dd5c6998f0" providerId="ADAL" clId="{D4CEB6ED-863A-432D-8676-B9990B83E056}" dt="2026-04-26T20:19:28.368" v="1974" actId="20577"/>
        <pc:sldMkLst>
          <pc:docMk/>
          <pc:sldMk cId="2326275416" sldId="289"/>
        </pc:sldMkLst>
        <pc:spChg chg="mod">
          <ac:chgData name="Brian Wren" userId="54847ceb-bab2-4e6c-8246-a7dd5c6998f0" providerId="ADAL" clId="{D4CEB6ED-863A-432D-8676-B9990B83E056}" dt="2026-04-26T20:19:28.368" v="1974" actId="20577"/>
          <ac:spMkLst>
            <pc:docMk/>
            <pc:sldMk cId="2326275416" sldId="289"/>
            <ac:spMk id="8" creationId="{8D13015D-7766-31DE-52E7-922D883FAD83}"/>
          </ac:spMkLst>
        </pc:spChg>
      </pc:sldChg>
      <pc:sldChg chg="modSp add mod">
        <pc:chgData name="Brian Wren" userId="54847ceb-bab2-4e6c-8246-a7dd5c6998f0" providerId="ADAL" clId="{D4CEB6ED-863A-432D-8676-B9990B83E056}" dt="2026-04-26T20:29:58.580" v="1988" actId="20577"/>
        <pc:sldMkLst>
          <pc:docMk/>
          <pc:sldMk cId="374667405" sldId="290"/>
        </pc:sldMkLst>
        <pc:spChg chg="mod">
          <ac:chgData name="Brian Wren" userId="54847ceb-bab2-4e6c-8246-a7dd5c6998f0" providerId="ADAL" clId="{D4CEB6ED-863A-432D-8676-B9990B83E056}" dt="2026-04-26T20:29:58.580" v="1988" actId="20577"/>
          <ac:spMkLst>
            <pc:docMk/>
            <pc:sldMk cId="374667405" sldId="290"/>
            <ac:spMk id="8" creationId="{1BB1838D-DBA8-340B-A8F7-26C06750CC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A18CD-7875-4D16-A5DD-ECB141A6AB1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C88D0-0771-4817-B308-768646F18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95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C88D0-0771-4817-B308-768646F180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92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71636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8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0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3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82751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6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6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1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7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50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1050393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58439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26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97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75B64-3081-343C-87B2-CF41FEE3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CBC8D-BEDB-F9C3-0416-D6143C9D1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9037C-E4B9-7D3E-16BD-259CE3F1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B020-87F7-40B1-825C-794C842386F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E26DD-BBB2-FFB3-34E7-0D698EB4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23A20-EB91-2C09-4F1F-96DB2560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130E-6FB8-4727-9EF7-F88F49C38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76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816067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67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748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828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9552493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84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35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179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69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66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407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10284141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13392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41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240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6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emf"/><Relationship Id="rId4" Type="http://schemas.openxmlformats.org/officeDocument/2006/relationships/image" Target="../media/image4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emf"/><Relationship Id="rId4" Type="http://schemas.openxmlformats.org/officeDocument/2006/relationships/image" Target="../media/image5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60B8-71FE-E2DC-E950-5EBB6B81C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From Noise to Clarity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711C1-EA70-DC9D-0DF7-36348D450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459217"/>
          </a:xfrm>
        </p:spPr>
        <p:txBody>
          <a:bodyPr/>
          <a:lstStyle/>
          <a:p>
            <a:r>
              <a:rPr lang="en-US"/>
              <a:t>Leveraging Health Models in Azure Monitor</a:t>
            </a:r>
          </a:p>
          <a:p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285BC8-E078-E5AF-940C-718D74A1584B}"/>
              </a:ext>
            </a:extLst>
          </p:cNvPr>
          <p:cNvSpPr txBox="1">
            <a:spLocks/>
          </p:cNvSpPr>
          <p:nvPr/>
        </p:nvSpPr>
        <p:spPr>
          <a:xfrm>
            <a:off x="1564888" y="3267149"/>
            <a:ext cx="9144000" cy="459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PREVIEW SLIDE DECK – CHANGES EXPECTED BEFORE SESSION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0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MMS sessions are 60-75 minutes followed by LONG Q&amp;A</a:t>
            </a:r>
          </a:p>
          <a:p>
            <a:r>
              <a:rPr lang="en-US" sz="2800"/>
              <a:t>Please hold detailed questions until that Q&amp;A starts</a:t>
            </a:r>
          </a:p>
          <a:p>
            <a:r>
              <a:rPr lang="en-US" sz="2800"/>
              <a:t>Feel free to ask clarification questions</a:t>
            </a:r>
          </a:p>
          <a:p>
            <a:r>
              <a:rPr lang="en-US" sz="280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57899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/>
              <a:t>Brian Wren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/>
              <a:t>John Joyner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err="1"/>
              <a:t>BrianWren</a:t>
            </a:r>
            <a:endParaRPr lang="en-US"/>
          </a:p>
          <a:p>
            <a:r>
              <a:rPr lang="en-US"/>
              <a:t>in/</a:t>
            </a:r>
            <a:r>
              <a:rPr lang="en-US" err="1"/>
              <a:t>BrianWrenLB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/>
              <a:t>fawkes2</a:t>
            </a:r>
          </a:p>
          <a:p>
            <a:r>
              <a:rPr lang="en-US"/>
              <a:t>   in/ </a:t>
            </a:r>
            <a:r>
              <a:rPr lang="en-US" err="1"/>
              <a:t>johnjoyner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01893" y="4733823"/>
            <a:ext cx="2416211" cy="438912"/>
          </a:xfrm>
        </p:spPr>
        <p:txBody>
          <a:bodyPr>
            <a:normAutofit/>
          </a:bodyPr>
          <a:lstStyle/>
          <a:p>
            <a:r>
              <a:rPr lang="en-US"/>
              <a:t>Microsoft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/>
              <a:t>https://accountabilIT.com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12" name="Picture 11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0A4AE40D-4FE6-D803-7894-11A487DAD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552" y="5193440"/>
            <a:ext cx="475488" cy="47548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B8EEC40-46A4-2BEF-B977-21C3DA889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1552" y="5760720"/>
            <a:ext cx="476250" cy="476250"/>
          </a:xfrm>
          <a:prstGeom prst="rect">
            <a:avLst/>
          </a:prstGeom>
        </p:spPr>
      </p:pic>
      <p:pic>
        <p:nvPicPr>
          <p:cNvPr id="23" name="Picture 2" descr="Profile photo of Brian Wren">
            <a:extLst>
              <a:ext uri="{FF2B5EF4-FFF2-40B4-BE49-F238E27FC236}">
                <a16:creationId xmlns:a16="http://schemas.microsoft.com/office/drawing/2014/main" id="{36930B84-B0E9-24F6-C5AC-9C8837EE5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854" y="1532508"/>
            <a:ext cx="2572553" cy="257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518427-BB32-57A8-DD14-7389C60963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 descr="Ask the Experts: Modernize your data estate&#10;&#10;AI-generated content may be incorrect.">
            <a:extLst>
              <a:ext uri="{FF2B5EF4-FFF2-40B4-BE49-F238E27FC236}">
                <a16:creationId xmlns:a16="http://schemas.microsoft.com/office/drawing/2014/main" id="{5EC9116D-64E2-BBA6-0EE9-4D98D844A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367" y="1661767"/>
            <a:ext cx="2387263" cy="238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32D4-C6B1-5957-CA6E-1A4FFAC2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Monitoring Timeline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4E2E6F-DFE9-07AF-0DB3-9B98ED4885C1}"/>
              </a:ext>
            </a:extLst>
          </p:cNvPr>
          <p:cNvCxnSpPr>
            <a:cxnSpLocks/>
          </p:cNvCxnSpPr>
          <p:nvPr/>
        </p:nvCxnSpPr>
        <p:spPr>
          <a:xfrm>
            <a:off x="1570296" y="2097740"/>
            <a:ext cx="0" cy="1117898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B9EFB2-F3C6-AB7D-B693-5FA40A2ABC1B}"/>
              </a:ext>
            </a:extLst>
          </p:cNvPr>
          <p:cNvSpPr txBox="1"/>
          <p:nvPr/>
        </p:nvSpPr>
        <p:spPr>
          <a:xfrm>
            <a:off x="1895534" y="1840365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MOM 2000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3E74D-84DF-ED9D-0312-EAD23FBAFC17}"/>
              </a:ext>
            </a:extLst>
          </p:cNvPr>
          <p:cNvSpPr txBox="1"/>
          <p:nvPr/>
        </p:nvSpPr>
        <p:spPr>
          <a:xfrm>
            <a:off x="561002" y="1827916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2000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B984BB-1B1D-17A1-1900-C625A0DE53F0}"/>
              </a:ext>
            </a:extLst>
          </p:cNvPr>
          <p:cNvSpPr txBox="1"/>
          <p:nvPr/>
        </p:nvSpPr>
        <p:spPr>
          <a:xfrm>
            <a:off x="561003" y="5931761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64D86-BEA3-FEB2-1A18-653A54C0E974}"/>
              </a:ext>
            </a:extLst>
          </p:cNvPr>
          <p:cNvSpPr txBox="1"/>
          <p:nvPr/>
        </p:nvSpPr>
        <p:spPr>
          <a:xfrm>
            <a:off x="1885270" y="5931761"/>
            <a:ext cx="2117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Health Models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83E081-3160-0215-B235-2D132527137F}"/>
              </a:ext>
            </a:extLst>
          </p:cNvPr>
          <p:cNvSpPr txBox="1"/>
          <p:nvPr/>
        </p:nvSpPr>
        <p:spPr>
          <a:xfrm>
            <a:off x="561002" y="2984806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2007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3C611C-C872-4D09-8523-3647B525D539}"/>
              </a:ext>
            </a:extLst>
          </p:cNvPr>
          <p:cNvSpPr txBox="1"/>
          <p:nvPr/>
        </p:nvSpPr>
        <p:spPr>
          <a:xfrm>
            <a:off x="561002" y="4760781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55049E-F460-E927-9FF4-F49AA2D78BC0}"/>
              </a:ext>
            </a:extLst>
          </p:cNvPr>
          <p:cNvSpPr txBox="1"/>
          <p:nvPr/>
        </p:nvSpPr>
        <p:spPr>
          <a:xfrm>
            <a:off x="1895534" y="4751372"/>
            <a:ext cx="2027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Azure Monitor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C2B7DF-8D51-6A41-7B21-D654C09517F4}"/>
              </a:ext>
            </a:extLst>
          </p:cNvPr>
          <p:cNvSpPr txBox="1"/>
          <p:nvPr/>
        </p:nvSpPr>
        <p:spPr>
          <a:xfrm>
            <a:off x="1885270" y="2959906"/>
            <a:ext cx="1763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SCOM 2007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341A50-52F3-AD07-7925-16B61847F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355" y="2492053"/>
            <a:ext cx="5413978" cy="333636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B9D753-1EE7-071C-572A-006021D100BC}"/>
              </a:ext>
            </a:extLst>
          </p:cNvPr>
          <p:cNvCxnSpPr>
            <a:cxnSpLocks/>
          </p:cNvCxnSpPr>
          <p:nvPr/>
        </p:nvCxnSpPr>
        <p:spPr>
          <a:xfrm>
            <a:off x="1570296" y="3215638"/>
            <a:ext cx="0" cy="1775975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142553-BBD2-9155-BACB-94F83DFE465F}"/>
              </a:ext>
            </a:extLst>
          </p:cNvPr>
          <p:cNvCxnSpPr>
            <a:cxnSpLocks/>
          </p:cNvCxnSpPr>
          <p:nvPr/>
        </p:nvCxnSpPr>
        <p:spPr>
          <a:xfrm>
            <a:off x="1570296" y="4991613"/>
            <a:ext cx="0" cy="1170980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0DF67B9-2DB9-3966-0ACA-C284B544C54B}"/>
              </a:ext>
            </a:extLst>
          </p:cNvPr>
          <p:cNvSpPr/>
          <p:nvPr/>
        </p:nvSpPr>
        <p:spPr>
          <a:xfrm>
            <a:off x="1493528" y="1995119"/>
            <a:ext cx="152159" cy="15215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70E84-2018-66EC-4178-AA1287B86D55}"/>
              </a:ext>
            </a:extLst>
          </p:cNvPr>
          <p:cNvSpPr txBox="1"/>
          <p:nvPr/>
        </p:nvSpPr>
        <p:spPr>
          <a:xfrm>
            <a:off x="4253059" y="1876316"/>
            <a:ext cx="3685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Collect data and fire alerts</a:t>
            </a:r>
          </a:p>
        </p:txBody>
      </p:sp>
      <p:pic>
        <p:nvPicPr>
          <p:cNvPr id="27" name="Picture 26" descr="Kevin Greene IT Blog: SCOM 2012 - The All New 3 Tier Application (360 ...">
            <a:extLst>
              <a:ext uri="{FF2B5EF4-FFF2-40B4-BE49-F238E27FC236}">
                <a16:creationId xmlns:a16="http://schemas.microsoft.com/office/drawing/2014/main" id="{C6301360-DFCA-A2D4-A911-D7445056E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74" y="4253232"/>
            <a:ext cx="4627614" cy="24092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 descr="Monitoring UNIX/Linux with SCOM 2022 – Kevin Holman's Blog">
            <a:extLst>
              <a:ext uri="{FF2B5EF4-FFF2-40B4-BE49-F238E27FC236}">
                <a16:creationId xmlns:a16="http://schemas.microsoft.com/office/drawing/2014/main" id="{6C508404-17D1-F811-A2FA-9BCC70C2E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164" y="2399237"/>
            <a:ext cx="4246338" cy="28232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3B4016E-6353-DCFA-7EA1-D0398AB62A5D}"/>
              </a:ext>
            </a:extLst>
          </p:cNvPr>
          <p:cNvSpPr txBox="1"/>
          <p:nvPr/>
        </p:nvSpPr>
        <p:spPr>
          <a:xfrm>
            <a:off x="4253059" y="2617006"/>
            <a:ext cx="20013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Monitors</a:t>
            </a:r>
          </a:p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Health State</a:t>
            </a:r>
          </a:p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Relationships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6CA9AC-40C9-7A7A-57BE-A4DFEDEE1A74}"/>
              </a:ext>
            </a:extLst>
          </p:cNvPr>
          <p:cNvSpPr txBox="1"/>
          <p:nvPr/>
        </p:nvSpPr>
        <p:spPr>
          <a:xfrm>
            <a:off x="4248570" y="4760781"/>
            <a:ext cx="3685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Collect data and fire alerts</a:t>
            </a:r>
          </a:p>
        </p:txBody>
      </p:sp>
      <p:pic>
        <p:nvPicPr>
          <p:cNvPr id="35" name="Picture 34" descr="アラート ルールを管理する - Azure Monitor | Microsoft Learn">
            <a:extLst>
              <a:ext uri="{FF2B5EF4-FFF2-40B4-BE49-F238E27FC236}">
                <a16:creationId xmlns:a16="http://schemas.microsoft.com/office/drawing/2014/main" id="{1542A063-F606-105C-96F5-2C5E6B3C8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449" y="1539584"/>
            <a:ext cx="5726232" cy="3190569"/>
          </a:xfrm>
          <a:prstGeom prst="rect">
            <a:avLst/>
          </a:prstGeom>
        </p:spPr>
      </p:pic>
      <p:pic>
        <p:nvPicPr>
          <p:cNvPr id="37" name="Picture 36" descr="The diagram illustrates a hierarchical structure of a cloud infrastructure, including services such as My Health Model, My Key Vault, and My Event Hub, along with various components like nodes, disks, and network interfaces.&#10;&#10;AI-generated content may be incorrect.">
            <a:extLst>
              <a:ext uri="{FF2B5EF4-FFF2-40B4-BE49-F238E27FC236}">
                <a16:creationId xmlns:a16="http://schemas.microsoft.com/office/drawing/2014/main" id="{0F20C750-1CF5-0044-E598-77D20B9A9F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960" y="1525311"/>
            <a:ext cx="7143572" cy="39368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D7A092A-63C3-1C53-CDE0-C587D9DD4A5C}"/>
              </a:ext>
            </a:extLst>
          </p:cNvPr>
          <p:cNvSpPr txBox="1"/>
          <p:nvPr/>
        </p:nvSpPr>
        <p:spPr>
          <a:xfrm>
            <a:off x="4253059" y="5590165"/>
            <a:ext cx="20013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Monitors</a:t>
            </a:r>
          </a:p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Health State</a:t>
            </a:r>
          </a:p>
          <a:p>
            <a:r>
              <a:rPr lang="en-US" sz="2400">
                <a:solidFill>
                  <a:schemeClr val="bg1"/>
                </a:solidFill>
                <a:latin typeface="Aptos" panose="020B0004020202020204" pitchFamily="34" charset="0"/>
              </a:rPr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320231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/>
      <p:bldP spid="11" grpId="0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24" grpId="0" animBg="1"/>
      <p:bldP spid="25" grpId="0"/>
      <p:bldP spid="25" grpId="1"/>
      <p:bldP spid="30" grpId="0"/>
      <p:bldP spid="30" grpId="1"/>
      <p:bldP spid="33" grpId="0"/>
      <p:bldP spid="33" grpId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F39C-0AFE-9EDD-C667-4E29FB46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Health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FC9E-F631-E327-02CC-53FB0D14F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83" y="1930350"/>
            <a:ext cx="5904344" cy="3680742"/>
          </a:xfrm>
        </p:spPr>
        <p:txBody>
          <a:bodyPr>
            <a:normAutofit/>
          </a:bodyPr>
          <a:lstStyle/>
          <a:p>
            <a:r>
              <a:rPr lang="en-US"/>
              <a:t>Raw telemetry is technical, high volume, and hard to prioritize</a:t>
            </a:r>
          </a:p>
          <a:p>
            <a:r>
              <a:rPr lang="en-US"/>
              <a:t>Health Models add business context to Azure Monitor signals</a:t>
            </a:r>
          </a:p>
          <a:p>
            <a:r>
              <a:rPr lang="en-US"/>
              <a:t>Track workload/application health as a rollup of component health</a:t>
            </a:r>
          </a:p>
          <a:p>
            <a:r>
              <a:rPr lang="en-US"/>
              <a:t>Reduce alert noise by alerting on health state transitions</a:t>
            </a:r>
          </a:p>
        </p:txBody>
      </p:sp>
      <p:pic>
        <p:nvPicPr>
          <p:cNvPr id="4" name="Picture 3" descr="Screenshot of health details of an entity in a sample health model.">
            <a:extLst>
              <a:ext uri="{FF2B5EF4-FFF2-40B4-BE49-F238E27FC236}">
                <a16:creationId xmlns:a16="http://schemas.microsoft.com/office/drawing/2014/main" id="{EF3526E1-D7B9-0508-6A50-915030C7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2" y="1701244"/>
            <a:ext cx="5223434" cy="479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0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7BFB-D954-CD38-A0B2-C52CBD91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Entity types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857B50F-4159-1396-35BB-68EF7B84B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9196" y="2115862"/>
            <a:ext cx="748144" cy="7481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11BA79-92B4-6D2C-80FE-29687A5AC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40" y="3573683"/>
            <a:ext cx="906896" cy="803579"/>
          </a:xfrm>
          <a:prstGeom prst="rect">
            <a:avLst/>
          </a:prstGeom>
        </p:spPr>
      </p:pic>
      <p:pic>
        <p:nvPicPr>
          <p:cNvPr id="15" name="Picture 14" descr="The image is a simple, white silhouette of a classic puzzle piece.&#10;&#10;AI-generated content may be incorrect.">
            <a:extLst>
              <a:ext uri="{FF2B5EF4-FFF2-40B4-BE49-F238E27FC236}">
                <a16:creationId xmlns:a16="http://schemas.microsoft.com/office/drawing/2014/main" id="{248A7B2C-F884-09F2-089D-9B0EDA5F2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908" y="5150070"/>
            <a:ext cx="845128" cy="84512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509F834-8578-7F6E-F850-7D3343B729D7}"/>
              </a:ext>
            </a:extLst>
          </p:cNvPr>
          <p:cNvSpPr/>
          <p:nvPr/>
        </p:nvSpPr>
        <p:spPr>
          <a:xfrm>
            <a:off x="1236085" y="1843625"/>
            <a:ext cx="1334365" cy="1292618"/>
          </a:xfrm>
          <a:prstGeom prst="ellipse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F9D79A-4AAC-CD67-966C-F90B23550BDE}"/>
              </a:ext>
            </a:extLst>
          </p:cNvPr>
          <p:cNvSpPr/>
          <p:nvPr/>
        </p:nvSpPr>
        <p:spPr>
          <a:xfrm>
            <a:off x="1223314" y="3339157"/>
            <a:ext cx="1334365" cy="1292618"/>
          </a:xfrm>
          <a:prstGeom prst="ellipse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8A3E44-BF44-0C09-75A5-859FB54A4B46}"/>
              </a:ext>
            </a:extLst>
          </p:cNvPr>
          <p:cNvSpPr/>
          <p:nvPr/>
        </p:nvSpPr>
        <p:spPr>
          <a:xfrm>
            <a:off x="1223314" y="4926327"/>
            <a:ext cx="1334365" cy="1292618"/>
          </a:xfrm>
          <a:prstGeom prst="ellipse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2593583-C642-AAEE-80A2-121686B8C8C8}"/>
              </a:ext>
            </a:extLst>
          </p:cNvPr>
          <p:cNvSpPr txBox="1">
            <a:spLocks/>
          </p:cNvSpPr>
          <p:nvPr/>
        </p:nvSpPr>
        <p:spPr>
          <a:xfrm>
            <a:off x="3136323" y="2090449"/>
            <a:ext cx="8003813" cy="951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Root</a:t>
            </a:r>
            <a:br>
              <a:rPr lang="en-US"/>
            </a:br>
            <a:r>
              <a:rPr lang="en-US"/>
              <a:t>Single top-level workload entity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19DB6FB-B62D-DC62-2357-516438F266B0}"/>
              </a:ext>
            </a:extLst>
          </p:cNvPr>
          <p:cNvSpPr txBox="1">
            <a:spLocks/>
          </p:cNvSpPr>
          <p:nvPr/>
        </p:nvSpPr>
        <p:spPr>
          <a:xfrm>
            <a:off x="3136322" y="5069654"/>
            <a:ext cx="8003814" cy="1005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Generic</a:t>
            </a:r>
            <a:br>
              <a:rPr lang="en-US"/>
            </a:br>
            <a:r>
              <a:rPr lang="en-US"/>
              <a:t>Manual entity for business process or aggregation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42D5688-74CA-9413-778C-CFA26A61A7E5}"/>
              </a:ext>
            </a:extLst>
          </p:cNvPr>
          <p:cNvSpPr txBox="1">
            <a:spLocks/>
          </p:cNvSpPr>
          <p:nvPr/>
        </p:nvSpPr>
        <p:spPr>
          <a:xfrm>
            <a:off x="3136322" y="3522757"/>
            <a:ext cx="8284153" cy="983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Azure resource</a:t>
            </a:r>
            <a:br>
              <a:rPr lang="en-US"/>
            </a:br>
            <a:r>
              <a:rPr lang="en-US"/>
              <a:t>Manually add or auto-discover</a:t>
            </a:r>
          </a:p>
        </p:txBody>
      </p:sp>
    </p:spTree>
    <p:extLst>
      <p:ext uri="{BB962C8B-B14F-4D97-AF65-F5344CB8AC3E}">
        <p14:creationId xmlns:p14="http://schemas.microsoft.com/office/powerpoint/2010/main" val="209440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6A9458BD-C213-58E6-3E3E-867B424706A5}"/>
              </a:ext>
            </a:extLst>
          </p:cNvPr>
          <p:cNvSpPr/>
          <p:nvPr/>
        </p:nvSpPr>
        <p:spPr>
          <a:xfrm>
            <a:off x="8057802" y="3045608"/>
            <a:ext cx="1334365" cy="1292618"/>
          </a:xfrm>
          <a:prstGeom prst="ellipse">
            <a:avLst/>
          </a:prstGeom>
          <a:solidFill>
            <a:srgbClr val="111653"/>
          </a:solidFill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D165978-B751-6A36-B181-5565F19DCA9D}"/>
              </a:ext>
            </a:extLst>
          </p:cNvPr>
          <p:cNvSpPr/>
          <p:nvPr/>
        </p:nvSpPr>
        <p:spPr>
          <a:xfrm>
            <a:off x="6096000" y="4975785"/>
            <a:ext cx="1334365" cy="1292618"/>
          </a:xfrm>
          <a:prstGeom prst="ellipse">
            <a:avLst/>
          </a:prstGeom>
          <a:solidFill>
            <a:srgbClr val="111653"/>
          </a:solidFill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2F5B95-7A79-DE39-E8C2-9A636C71EA88}"/>
              </a:ext>
            </a:extLst>
          </p:cNvPr>
          <p:cNvSpPr/>
          <p:nvPr/>
        </p:nvSpPr>
        <p:spPr>
          <a:xfrm>
            <a:off x="8054686" y="4952481"/>
            <a:ext cx="1334365" cy="1292618"/>
          </a:xfrm>
          <a:prstGeom prst="ellipse">
            <a:avLst/>
          </a:prstGeom>
          <a:solidFill>
            <a:srgbClr val="111653"/>
          </a:solidFill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10629E-BBFC-3EBD-D5F0-0F4ADC66A5E5}"/>
              </a:ext>
            </a:extLst>
          </p:cNvPr>
          <p:cNvSpPr/>
          <p:nvPr/>
        </p:nvSpPr>
        <p:spPr>
          <a:xfrm>
            <a:off x="10019602" y="4952481"/>
            <a:ext cx="1334365" cy="1292618"/>
          </a:xfrm>
          <a:prstGeom prst="ellipse">
            <a:avLst/>
          </a:prstGeom>
          <a:solidFill>
            <a:srgbClr val="111653"/>
          </a:solidFill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C934B-8AE1-2FE7-4D4F-73838B55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Relationships and rollup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0254A-3358-749D-8685-A627E2572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009"/>
            <a:ext cx="10515600" cy="1808991"/>
          </a:xfrm>
        </p:spPr>
        <p:txBody>
          <a:bodyPr/>
          <a:lstStyle/>
          <a:p>
            <a:r>
              <a:rPr lang="en-US"/>
              <a:t>Relationships define dependency and aggregation</a:t>
            </a:r>
          </a:p>
          <a:p>
            <a:r>
              <a:rPr lang="en-US"/>
              <a:t>Child state propagates to parent health</a:t>
            </a:r>
          </a:p>
          <a:p>
            <a:r>
              <a:rPr lang="en-US"/>
              <a:t>Multiple parents and children are supported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C6B112-4BCC-7891-80CC-036CA0C8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758" y="5312584"/>
            <a:ext cx="706222" cy="57241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FB1E716-D8D1-C9E2-5623-ECEA44A28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0913" y="3317845"/>
            <a:ext cx="748144" cy="748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29B7F3-345F-AFC8-19B7-3404CBDE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621" y="5220304"/>
            <a:ext cx="906896" cy="803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D8F7E5-E3B3-238C-997D-760FB7C3E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6713" y="5242552"/>
            <a:ext cx="719731" cy="642444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D85947A-CA2B-3CE1-85E3-928798FEF6F4}"/>
              </a:ext>
            </a:extLst>
          </p:cNvPr>
          <p:cNvCxnSpPr>
            <a:stCxn id="11" idx="0"/>
            <a:endCxn id="10" idx="4"/>
          </p:cNvCxnSpPr>
          <p:nvPr/>
        </p:nvCxnSpPr>
        <p:spPr>
          <a:xfrm rot="5400000" flipH="1" flipV="1">
            <a:off x="7425305" y="3676105"/>
            <a:ext cx="637559" cy="1961802"/>
          </a:xfrm>
          <a:prstGeom prst="bentConnector3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F39BA35-70F0-D3D5-16E4-AE1E172883BE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87105" y="3676104"/>
            <a:ext cx="637559" cy="1961802"/>
          </a:xfrm>
          <a:prstGeom prst="bentConnector3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C67CF9-5D4C-B237-F7E9-28B473A04E9D}"/>
              </a:ext>
            </a:extLst>
          </p:cNvPr>
          <p:cNvCxnSpPr>
            <a:cxnSpLocks/>
            <a:stCxn id="10" idx="4"/>
            <a:endCxn id="14" idx="0"/>
          </p:cNvCxnSpPr>
          <p:nvPr/>
        </p:nvCxnSpPr>
        <p:spPr>
          <a:xfrm flipH="1">
            <a:off x="8721869" y="4338226"/>
            <a:ext cx="3116" cy="614255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606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8930-C911-F51F-C339-51E2C5FE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544C2-63E1-E617-E248-1ABDD5C47361}"/>
              </a:ext>
            </a:extLst>
          </p:cNvPr>
          <p:cNvSpPr txBox="1"/>
          <p:nvPr/>
        </p:nvSpPr>
        <p:spPr>
          <a:xfrm>
            <a:off x="3449053" y="2352560"/>
            <a:ext cx="4997116" cy="2815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Entities</a:t>
            </a:r>
          </a:p>
          <a:p>
            <a:pPr algn="ctr"/>
            <a:r>
              <a:rPr lang="en-US"/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331296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F695-7906-CEF3-BBB8-63840189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2A425-224F-E66E-058C-CE20D0A62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6862"/>
            <a:ext cx="10648244" cy="1702138"/>
          </a:xfrm>
        </p:spPr>
        <p:txBody>
          <a:bodyPr/>
          <a:lstStyle/>
          <a:p>
            <a:r>
              <a:rPr lang="en-US"/>
              <a:t>Health model does not collect data; it interprets collected data</a:t>
            </a:r>
          </a:p>
          <a:p>
            <a:r>
              <a:rPr lang="en-US"/>
              <a:t>One or more signals per entity</a:t>
            </a:r>
          </a:p>
          <a:p>
            <a:r>
              <a:rPr lang="en-US"/>
              <a:t>Thresholds define degraded and unhealthy boundaries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E14191-BF31-9A00-5986-1FEA7294E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546722"/>
              </p:ext>
            </p:extLst>
          </p:nvPr>
        </p:nvGraphicFramePr>
        <p:xfrm>
          <a:off x="1180042" y="3613775"/>
          <a:ext cx="9053690" cy="226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556">
                  <a:extLst>
                    <a:ext uri="{9D8B030D-6E8A-4147-A177-3AD203B41FA5}">
                      <a16:colId xmlns:a16="http://schemas.microsoft.com/office/drawing/2014/main" val="3522160748"/>
                    </a:ext>
                  </a:extLst>
                </a:gridCol>
                <a:gridCol w="5808134">
                  <a:extLst>
                    <a:ext uri="{9D8B030D-6E8A-4147-A177-3AD203B41FA5}">
                      <a16:colId xmlns:a16="http://schemas.microsoft.com/office/drawing/2014/main" val="2072923852"/>
                    </a:ext>
                  </a:extLst>
                </a:gridCol>
              </a:tblGrid>
              <a:tr h="517146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424306"/>
                  </a:ext>
                </a:extLst>
              </a:tr>
              <a:tr h="71730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Azure resource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Metrics from specific Azure resource.</a:t>
                      </a:r>
                      <a:br>
                        <a:rPr lang="en-US">
                          <a:solidFill>
                            <a:schemeClr val="bg1"/>
                          </a:solidFill>
                        </a:rPr>
                      </a:br>
                      <a:r>
                        <a:rPr lang="en-US">
                          <a:solidFill>
                            <a:schemeClr val="bg1"/>
                          </a:solidFill>
                        </a:rPr>
                        <a:t>Recommended signals available.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721048"/>
                  </a:ext>
                </a:extLst>
              </a:tr>
              <a:tr h="51714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Log Analytics workspace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KQL query and thresholds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37040"/>
                  </a:ext>
                </a:extLst>
              </a:tr>
              <a:tr h="51714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Azure Monitor workspace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bg1"/>
                          </a:solidFill>
                        </a:rPr>
                        <a:t>PromQL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query and thresholds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680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43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5FB27A87-3A1E-8135-9C94-75CC8C6D88BC}"/>
              </a:ext>
            </a:extLst>
          </p:cNvPr>
          <p:cNvSpPr/>
          <p:nvPr/>
        </p:nvSpPr>
        <p:spPr>
          <a:xfrm>
            <a:off x="8703747" y="3235341"/>
            <a:ext cx="1761620" cy="1706506"/>
          </a:xfrm>
          <a:prstGeom prst="ellipse">
            <a:avLst/>
          </a:prstGeom>
          <a:solidFill>
            <a:srgbClr val="111653"/>
          </a:solidFill>
          <a:ln w="762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6C975-DDCB-FA8D-7A88-4BF6FAB8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45DD7-6D35-4B82-24AD-1F95539E5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818" y="1863685"/>
            <a:ext cx="3176879" cy="2743312"/>
          </a:xfrm>
        </p:spPr>
        <p:txBody>
          <a:bodyPr>
            <a:normAutofit/>
          </a:bodyPr>
          <a:lstStyle/>
          <a:p>
            <a:r>
              <a:rPr lang="en-US"/>
              <a:t>States</a:t>
            </a:r>
          </a:p>
          <a:p>
            <a:pPr lvl="1"/>
            <a:r>
              <a:rPr lang="en-US" sz="2800"/>
              <a:t>Healthy</a:t>
            </a:r>
          </a:p>
          <a:p>
            <a:pPr lvl="1"/>
            <a:r>
              <a:rPr lang="en-US" sz="2800"/>
              <a:t>Degraded</a:t>
            </a:r>
          </a:p>
          <a:p>
            <a:pPr lvl="1"/>
            <a:r>
              <a:rPr lang="en-US" sz="2800"/>
              <a:t>Unhealthy</a:t>
            </a:r>
          </a:p>
          <a:p>
            <a:pPr lvl="1"/>
            <a:r>
              <a:rPr lang="en-US" sz="2800"/>
              <a:t>Unknown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73863-1789-04B5-7EA9-8D9C86A86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54" y="3150075"/>
            <a:ext cx="523178" cy="523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AA4B7D-83CD-A88D-0080-12E71C187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728" y="3767662"/>
            <a:ext cx="599475" cy="828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8B3DE4-0DB7-08A4-82CC-8FD394010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728" y="4418666"/>
            <a:ext cx="577676" cy="828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5612FF-7AB5-0D6B-326C-40B8D402D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571" y="3649524"/>
            <a:ext cx="946150" cy="844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E60DC1-81E4-2A79-5779-2D3B3020B9C7}"/>
              </a:ext>
            </a:extLst>
          </p:cNvPr>
          <p:cNvSpPr txBox="1"/>
          <p:nvPr/>
        </p:nvSpPr>
        <p:spPr>
          <a:xfrm>
            <a:off x="5428270" y="3217356"/>
            <a:ext cx="139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Server errors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380BD3-F822-7AF1-F317-BA075B78A709}"/>
              </a:ext>
            </a:extLst>
          </p:cNvPr>
          <p:cNvSpPr txBox="1"/>
          <p:nvPr/>
        </p:nvSpPr>
        <p:spPr>
          <a:xfrm>
            <a:off x="5390747" y="3894935"/>
            <a:ext cx="2005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Incoming messages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9FBBB-7E38-4D7A-17C7-DFBFE97FBE26}"/>
              </a:ext>
            </a:extLst>
          </p:cNvPr>
          <p:cNvSpPr txBox="1"/>
          <p:nvPr/>
        </p:nvSpPr>
        <p:spPr>
          <a:xfrm>
            <a:off x="5395806" y="4572515"/>
            <a:ext cx="1960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Throttled Requests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A7F5BA-1BE7-7F05-3EB8-20F206357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895" y="5131742"/>
            <a:ext cx="577676" cy="8283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4133A0-16D3-0617-DD1E-010411BA84F8}"/>
              </a:ext>
            </a:extLst>
          </p:cNvPr>
          <p:cNvSpPr txBox="1"/>
          <p:nvPr/>
        </p:nvSpPr>
        <p:spPr>
          <a:xfrm>
            <a:off x="9086709" y="5292042"/>
            <a:ext cx="1500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My Event Hub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BEC99F-BE51-1C30-4728-E2120711D866}"/>
              </a:ext>
            </a:extLst>
          </p:cNvPr>
          <p:cNvCxnSpPr/>
          <p:nvPr/>
        </p:nvCxnSpPr>
        <p:spPr>
          <a:xfrm>
            <a:off x="6933799" y="3416111"/>
            <a:ext cx="15290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9C25EE-6CC5-42B6-49C2-DBE0B9344E0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395783" y="4079601"/>
            <a:ext cx="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32B8DC-96E8-AC21-4EF1-0E1342653B3D}"/>
              </a:ext>
            </a:extLst>
          </p:cNvPr>
          <p:cNvCxnSpPr>
            <a:cxnSpLocks/>
          </p:cNvCxnSpPr>
          <p:nvPr/>
        </p:nvCxnSpPr>
        <p:spPr>
          <a:xfrm>
            <a:off x="7462754" y="4109849"/>
            <a:ext cx="10033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1605BD-184D-A64F-F749-8A01DA429044}"/>
              </a:ext>
            </a:extLst>
          </p:cNvPr>
          <p:cNvCxnSpPr>
            <a:cxnSpLocks/>
          </p:cNvCxnSpPr>
          <p:nvPr/>
        </p:nvCxnSpPr>
        <p:spPr>
          <a:xfrm>
            <a:off x="7395783" y="4771837"/>
            <a:ext cx="106709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880668-C0C9-FC3E-C37D-B46B445B6006}"/>
              </a:ext>
            </a:extLst>
          </p:cNvPr>
          <p:cNvSpPr txBox="1"/>
          <p:nvPr/>
        </p:nvSpPr>
        <p:spPr>
          <a:xfrm>
            <a:off x="5537661" y="1965634"/>
            <a:ext cx="452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Entity state uses worst signal state.</a:t>
            </a:r>
          </a:p>
        </p:txBody>
      </p:sp>
    </p:spTree>
    <p:extLst>
      <p:ext uri="{BB962C8B-B14F-4D97-AF65-F5344CB8AC3E}">
        <p14:creationId xmlns:p14="http://schemas.microsoft.com/office/powerpoint/2010/main" val="157711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45CF2D79-C356-9F58-5476-3091042BDCDA}"/>
              </a:ext>
            </a:extLst>
          </p:cNvPr>
          <p:cNvSpPr/>
          <p:nvPr/>
        </p:nvSpPr>
        <p:spPr>
          <a:xfrm>
            <a:off x="606518" y="361536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3D9FF14-23F2-DE7A-8A3C-F440BEC6B085}"/>
              </a:ext>
            </a:extLst>
          </p:cNvPr>
          <p:cNvSpPr/>
          <p:nvPr/>
        </p:nvSpPr>
        <p:spPr>
          <a:xfrm>
            <a:off x="4122950" y="363275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8EA560D-2A39-68A0-1FD4-DD3CF8D0655F}"/>
              </a:ext>
            </a:extLst>
          </p:cNvPr>
          <p:cNvSpPr/>
          <p:nvPr/>
        </p:nvSpPr>
        <p:spPr>
          <a:xfrm>
            <a:off x="5011234" y="363275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652C58A-A1C2-8389-7492-03F76EECEA70}"/>
              </a:ext>
            </a:extLst>
          </p:cNvPr>
          <p:cNvSpPr/>
          <p:nvPr/>
        </p:nvSpPr>
        <p:spPr>
          <a:xfrm>
            <a:off x="5899518" y="363275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AD13B-BA9A-687D-15B5-4F96527D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 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362D6-8B9E-031E-A0B0-EEE216F92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4519" y="4602896"/>
            <a:ext cx="1250657" cy="393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/>
              <a:t>Suppressed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01BAF4-A36D-AF9A-4E73-C2CD2DD9E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49" y="3762545"/>
            <a:ext cx="486164" cy="43077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1F1AC6-6683-C876-4BF6-74484167EF4C}"/>
              </a:ext>
            </a:extLst>
          </p:cNvPr>
          <p:cNvCxnSpPr>
            <a:cxnSpLocks/>
            <a:stCxn id="12" idx="4"/>
            <a:endCxn id="16" idx="0"/>
          </p:cNvCxnSpPr>
          <p:nvPr/>
        </p:nvCxnSpPr>
        <p:spPr>
          <a:xfrm>
            <a:off x="964178" y="2947623"/>
            <a:ext cx="0" cy="66774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9CDBD4E-3B4D-F371-812D-5B2EF8F36DAF}"/>
              </a:ext>
            </a:extLst>
          </p:cNvPr>
          <p:cNvSpPr txBox="1">
            <a:spLocks/>
          </p:cNvSpPr>
          <p:nvPr/>
        </p:nvSpPr>
        <p:spPr>
          <a:xfrm>
            <a:off x="287048" y="4599731"/>
            <a:ext cx="1334365" cy="393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1600"/>
              <a:t>Standard</a:t>
            </a:r>
            <a:br>
              <a:rPr lang="en-US" sz="1600"/>
            </a:br>
            <a:r>
              <a:rPr lang="en-US" sz="1600"/>
              <a:t>(Default)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21214BD-8780-87B3-0315-DD5DD58235B8}"/>
              </a:ext>
            </a:extLst>
          </p:cNvPr>
          <p:cNvSpPr txBox="1">
            <a:spLocks/>
          </p:cNvSpPr>
          <p:nvPr/>
        </p:nvSpPr>
        <p:spPr>
          <a:xfrm>
            <a:off x="1175829" y="4599731"/>
            <a:ext cx="1828903" cy="393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1600"/>
              <a:t>Limited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1C4347-6DD7-AA4F-090E-097C80AB58BF}"/>
              </a:ext>
            </a:extLst>
          </p:cNvPr>
          <p:cNvSpPr txBox="1">
            <a:spLocks/>
          </p:cNvSpPr>
          <p:nvPr/>
        </p:nvSpPr>
        <p:spPr>
          <a:xfrm>
            <a:off x="280702" y="5356625"/>
            <a:ext cx="3619155" cy="496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/>
              <a:t>Impact (Bottom up)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4A2137E-9AF9-8E9C-F69C-4F3A54C3045C}"/>
              </a:ext>
            </a:extLst>
          </p:cNvPr>
          <p:cNvSpPr txBox="1">
            <a:spLocks/>
          </p:cNvSpPr>
          <p:nvPr/>
        </p:nvSpPr>
        <p:spPr>
          <a:xfrm>
            <a:off x="4718282" y="4541765"/>
            <a:ext cx="1334365" cy="393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1600"/>
              <a:t>Worst of</a:t>
            </a:r>
            <a:br>
              <a:rPr lang="en-US" sz="1600"/>
            </a:br>
            <a:r>
              <a:rPr lang="en-US" sz="1600"/>
              <a:t>(Default)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A9340E9-1F0A-9E61-8216-0A1649181301}"/>
              </a:ext>
            </a:extLst>
          </p:cNvPr>
          <p:cNvSpPr txBox="1">
            <a:spLocks/>
          </p:cNvSpPr>
          <p:nvPr/>
        </p:nvSpPr>
        <p:spPr>
          <a:xfrm>
            <a:off x="7406368" y="4541765"/>
            <a:ext cx="1334365" cy="64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1600"/>
              <a:t>Minimum</a:t>
            </a:r>
            <a:br>
              <a:rPr lang="en-US" sz="1600"/>
            </a:br>
            <a:r>
              <a:rPr lang="en-US" sz="1600"/>
              <a:t>healthy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8FECAA1-943A-587E-6673-955396F2BEB9}"/>
              </a:ext>
            </a:extLst>
          </p:cNvPr>
          <p:cNvSpPr txBox="1">
            <a:spLocks/>
          </p:cNvSpPr>
          <p:nvPr/>
        </p:nvSpPr>
        <p:spPr>
          <a:xfrm>
            <a:off x="10000036" y="4541765"/>
            <a:ext cx="1431214" cy="64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1600"/>
              <a:t>Maximum</a:t>
            </a:r>
            <a:br>
              <a:rPr lang="en-US" sz="1600"/>
            </a:br>
            <a:r>
              <a:rPr lang="en-US" sz="1600"/>
              <a:t>not healthy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DEE8A4FA-6E9A-72E2-3776-4CC5D0948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5914" y="3825227"/>
            <a:ext cx="369391" cy="36939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58F605C4-715E-A1E8-6090-7B94F6D42B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4198" y="3825227"/>
            <a:ext cx="369391" cy="369391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77627E81-048B-9D3F-35DE-B2571F9F50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2482" y="3825227"/>
            <a:ext cx="369391" cy="369391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8993E4F-6691-0B50-155A-E99E075C132D}"/>
              </a:ext>
            </a:extLst>
          </p:cNvPr>
          <p:cNvCxnSpPr>
            <a:cxnSpLocks/>
            <a:stCxn id="10" idx="4"/>
            <a:endCxn id="44" idx="0"/>
          </p:cNvCxnSpPr>
          <p:nvPr/>
        </p:nvCxnSpPr>
        <p:spPr>
          <a:xfrm flipH="1">
            <a:off x="4480610" y="2947623"/>
            <a:ext cx="888284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5AC6685-9FD8-D59E-0860-297D0B3007AC}"/>
              </a:ext>
            </a:extLst>
          </p:cNvPr>
          <p:cNvCxnSpPr>
            <a:cxnSpLocks/>
            <a:stCxn id="10" idx="4"/>
            <a:endCxn id="46" idx="0"/>
          </p:cNvCxnSpPr>
          <p:nvPr/>
        </p:nvCxnSpPr>
        <p:spPr>
          <a:xfrm>
            <a:off x="5368894" y="2947623"/>
            <a:ext cx="0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790BB30-4901-EB6E-9908-7455D9B0CBB3}"/>
              </a:ext>
            </a:extLst>
          </p:cNvPr>
          <p:cNvCxnSpPr>
            <a:cxnSpLocks/>
            <a:stCxn id="10" idx="4"/>
            <a:endCxn id="48" idx="0"/>
          </p:cNvCxnSpPr>
          <p:nvPr/>
        </p:nvCxnSpPr>
        <p:spPr>
          <a:xfrm>
            <a:off x="5368894" y="2947623"/>
            <a:ext cx="888284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1069BAF-9AAF-E6B1-C553-3A6B09B89B25}"/>
              </a:ext>
            </a:extLst>
          </p:cNvPr>
          <p:cNvSpPr/>
          <p:nvPr/>
        </p:nvSpPr>
        <p:spPr>
          <a:xfrm>
            <a:off x="5011234" y="2254682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DD72ED4-F3EF-35FE-2EEE-6EB7B0BE4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8363" y="2439961"/>
            <a:ext cx="401061" cy="401061"/>
          </a:xfrm>
          <a:prstGeom prst="rect">
            <a:avLst/>
          </a:prstGeom>
        </p:spPr>
      </p:pic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6332DB79-3892-2343-A996-E25BEA128968}"/>
              </a:ext>
            </a:extLst>
          </p:cNvPr>
          <p:cNvSpPr txBox="1">
            <a:spLocks/>
          </p:cNvSpPr>
          <p:nvPr/>
        </p:nvSpPr>
        <p:spPr>
          <a:xfrm>
            <a:off x="5726554" y="5350440"/>
            <a:ext cx="4782830" cy="496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"/>
              <a:defRPr sz="2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20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"/>
              <a:defRPr sz="18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/>
              <a:t>Dependencies configuration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ACEE347-9711-1989-7545-1D5A69BC489F}"/>
              </a:ext>
            </a:extLst>
          </p:cNvPr>
          <p:cNvSpPr/>
          <p:nvPr/>
        </p:nvSpPr>
        <p:spPr>
          <a:xfrm>
            <a:off x="1684956" y="3621069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66278BB-0A39-2DEA-0950-9B013ABD8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87" y="3768246"/>
            <a:ext cx="486164" cy="430778"/>
          </a:xfrm>
          <a:prstGeom prst="rect">
            <a:avLst/>
          </a:prstGeom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9D9144F-3B13-E2CA-21C6-7A10C5A31487}"/>
              </a:ext>
            </a:extLst>
          </p:cNvPr>
          <p:cNvCxnSpPr>
            <a:cxnSpLocks/>
            <a:stCxn id="90" idx="4"/>
            <a:endCxn id="91" idx="0"/>
          </p:cNvCxnSpPr>
          <p:nvPr/>
        </p:nvCxnSpPr>
        <p:spPr>
          <a:xfrm>
            <a:off x="2042616" y="2953324"/>
            <a:ext cx="0" cy="66774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D9343DC-6B49-5184-245A-AD573325C036}"/>
              </a:ext>
            </a:extLst>
          </p:cNvPr>
          <p:cNvSpPr/>
          <p:nvPr/>
        </p:nvSpPr>
        <p:spPr>
          <a:xfrm>
            <a:off x="2768671" y="361536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B11B8142-03B9-DBB5-EF61-FBB1E8E6C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02" y="3762545"/>
            <a:ext cx="486164" cy="430778"/>
          </a:xfrm>
          <a:prstGeom prst="rect">
            <a:avLst/>
          </a:prstGeom>
        </p:spPr>
      </p:pic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B80A65B-106E-0BA8-1D43-97A3862EC9BC}"/>
              </a:ext>
            </a:extLst>
          </p:cNvPr>
          <p:cNvCxnSpPr>
            <a:cxnSpLocks/>
            <a:stCxn id="95" idx="4"/>
            <a:endCxn id="96" idx="0"/>
          </p:cNvCxnSpPr>
          <p:nvPr/>
        </p:nvCxnSpPr>
        <p:spPr>
          <a:xfrm>
            <a:off x="3126331" y="2947623"/>
            <a:ext cx="0" cy="66774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08C9BCC-627D-4954-6BDD-B444A7265D7C}"/>
              </a:ext>
            </a:extLst>
          </p:cNvPr>
          <p:cNvSpPr/>
          <p:nvPr/>
        </p:nvSpPr>
        <p:spPr>
          <a:xfrm>
            <a:off x="606518" y="2254682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3E4CC97-1C06-FE0B-DB5B-0B2E8A584B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67" y="2420135"/>
            <a:ext cx="401061" cy="401061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BE8F3EA5-58C0-75D7-A84A-DC6404155A3A}"/>
              </a:ext>
            </a:extLst>
          </p:cNvPr>
          <p:cNvSpPr/>
          <p:nvPr/>
        </p:nvSpPr>
        <p:spPr>
          <a:xfrm>
            <a:off x="1684956" y="2260383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" name="Graphic 91">
            <a:extLst>
              <a:ext uri="{FF2B5EF4-FFF2-40B4-BE49-F238E27FC236}">
                <a16:creationId xmlns:a16="http://schemas.microsoft.com/office/drawing/2014/main" id="{D1F56B51-FCA7-8DC4-8FA6-98ED5F4368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0705" y="2425836"/>
            <a:ext cx="401061" cy="401061"/>
          </a:xfrm>
          <a:prstGeom prst="rect">
            <a:avLst/>
          </a:prstGeom>
        </p:spPr>
      </p:pic>
      <p:sp>
        <p:nvSpPr>
          <p:cNvPr id="95" name="Oval 94">
            <a:extLst>
              <a:ext uri="{FF2B5EF4-FFF2-40B4-BE49-F238E27FC236}">
                <a16:creationId xmlns:a16="http://schemas.microsoft.com/office/drawing/2014/main" id="{36661597-0866-BD4C-956F-474E13D217A2}"/>
              </a:ext>
            </a:extLst>
          </p:cNvPr>
          <p:cNvSpPr/>
          <p:nvPr/>
        </p:nvSpPr>
        <p:spPr>
          <a:xfrm>
            <a:off x="2768671" y="2254682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7" name="Graphic 96">
            <a:extLst>
              <a:ext uri="{FF2B5EF4-FFF2-40B4-BE49-F238E27FC236}">
                <a16:creationId xmlns:a16="http://schemas.microsoft.com/office/drawing/2014/main" id="{6099022C-5F1B-A487-650F-A01F31C83D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4420" y="2420135"/>
            <a:ext cx="401061" cy="401061"/>
          </a:xfrm>
          <a:prstGeom prst="rect">
            <a:avLst/>
          </a:prstGeom>
        </p:spPr>
      </p:pic>
      <p:sp>
        <p:nvSpPr>
          <p:cNvPr id="100" name="Oval 99">
            <a:extLst>
              <a:ext uri="{FF2B5EF4-FFF2-40B4-BE49-F238E27FC236}">
                <a16:creationId xmlns:a16="http://schemas.microsoft.com/office/drawing/2014/main" id="{34642FD8-D9E7-234C-A178-92E752F89135}"/>
              </a:ext>
            </a:extLst>
          </p:cNvPr>
          <p:cNvSpPr/>
          <p:nvPr/>
        </p:nvSpPr>
        <p:spPr>
          <a:xfrm>
            <a:off x="6814110" y="361536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DA6958-93C2-0CFF-83DB-50F0BEB2E286}"/>
              </a:ext>
            </a:extLst>
          </p:cNvPr>
          <p:cNvSpPr/>
          <p:nvPr/>
        </p:nvSpPr>
        <p:spPr>
          <a:xfrm>
            <a:off x="7702394" y="361536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9E09EA3-13D2-6484-BC72-15AEF3805E46}"/>
              </a:ext>
            </a:extLst>
          </p:cNvPr>
          <p:cNvSpPr/>
          <p:nvPr/>
        </p:nvSpPr>
        <p:spPr>
          <a:xfrm>
            <a:off x="8590678" y="3615368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B21CD0F1-CDE1-0B3C-057F-1F976DA2A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7074" y="3807837"/>
            <a:ext cx="369391" cy="369391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E88DDE04-C183-06A3-10D7-BEAD7C5150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5358" y="3807837"/>
            <a:ext cx="369391" cy="369391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14ADFFA3-CB11-DD9F-E055-9B2C79F17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642" y="3807837"/>
            <a:ext cx="369391" cy="369391"/>
          </a:xfrm>
          <a:prstGeom prst="rect">
            <a:avLst/>
          </a:prstGeom>
        </p:spPr>
      </p:pic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C1778D8-EC7A-8F40-0BF5-B740536B8A83}"/>
              </a:ext>
            </a:extLst>
          </p:cNvPr>
          <p:cNvCxnSpPr>
            <a:cxnSpLocks/>
            <a:stCxn id="109" idx="4"/>
            <a:endCxn id="100" idx="0"/>
          </p:cNvCxnSpPr>
          <p:nvPr/>
        </p:nvCxnSpPr>
        <p:spPr>
          <a:xfrm flipH="1">
            <a:off x="7171770" y="2930233"/>
            <a:ext cx="888284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8CE442A-E77D-3D51-1B3A-71431BD0C471}"/>
              </a:ext>
            </a:extLst>
          </p:cNvPr>
          <p:cNvCxnSpPr>
            <a:cxnSpLocks/>
            <a:stCxn id="109" idx="4"/>
            <a:endCxn id="101" idx="0"/>
          </p:cNvCxnSpPr>
          <p:nvPr/>
        </p:nvCxnSpPr>
        <p:spPr>
          <a:xfrm>
            <a:off x="8060054" y="2930233"/>
            <a:ext cx="0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B52DD84-55D5-475C-CA0D-F76A28D79372}"/>
              </a:ext>
            </a:extLst>
          </p:cNvPr>
          <p:cNvCxnSpPr>
            <a:cxnSpLocks/>
            <a:stCxn id="109" idx="4"/>
            <a:endCxn id="102" idx="0"/>
          </p:cNvCxnSpPr>
          <p:nvPr/>
        </p:nvCxnSpPr>
        <p:spPr>
          <a:xfrm>
            <a:off x="8060054" y="2930233"/>
            <a:ext cx="888284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61D8E92A-2D8A-E6C6-8D28-80320FED87BF}"/>
              </a:ext>
            </a:extLst>
          </p:cNvPr>
          <p:cNvSpPr/>
          <p:nvPr/>
        </p:nvSpPr>
        <p:spPr>
          <a:xfrm>
            <a:off x="7702394" y="2237292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38A50EED-BDA2-42AE-647B-4B92BF5D4F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9523" y="2422571"/>
            <a:ext cx="401061" cy="401061"/>
          </a:xfrm>
          <a:prstGeom prst="rect">
            <a:avLst/>
          </a:prstGeom>
        </p:spPr>
      </p:pic>
      <p:sp>
        <p:nvSpPr>
          <p:cNvPr id="111" name="Oval 110">
            <a:extLst>
              <a:ext uri="{FF2B5EF4-FFF2-40B4-BE49-F238E27FC236}">
                <a16:creationId xmlns:a16="http://schemas.microsoft.com/office/drawing/2014/main" id="{FFEFA440-629F-655D-A469-2B17AB670332}"/>
              </a:ext>
            </a:extLst>
          </p:cNvPr>
          <p:cNvSpPr/>
          <p:nvPr/>
        </p:nvSpPr>
        <p:spPr>
          <a:xfrm>
            <a:off x="9505270" y="3596583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45DB96DC-35BA-0661-6186-3633B0EC8F7D}"/>
              </a:ext>
            </a:extLst>
          </p:cNvPr>
          <p:cNvSpPr/>
          <p:nvPr/>
        </p:nvSpPr>
        <p:spPr>
          <a:xfrm>
            <a:off x="10393554" y="3596583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ADE71E2-462E-4812-2E4A-1E4287026F77}"/>
              </a:ext>
            </a:extLst>
          </p:cNvPr>
          <p:cNvSpPr/>
          <p:nvPr/>
        </p:nvSpPr>
        <p:spPr>
          <a:xfrm>
            <a:off x="11281838" y="3596583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4" name="Graphic 113">
            <a:extLst>
              <a:ext uri="{FF2B5EF4-FFF2-40B4-BE49-F238E27FC236}">
                <a16:creationId xmlns:a16="http://schemas.microsoft.com/office/drawing/2014/main" id="{198E8BCF-6D7B-2BE7-D6A3-72F7F11DCF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8234" y="3789052"/>
            <a:ext cx="369391" cy="369391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08CB766D-FCEF-0D14-C8BE-E3B7145B7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518" y="3789052"/>
            <a:ext cx="369391" cy="369391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DBEBE6A5-50F5-FD95-C984-B52F6CD06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54802" y="3789052"/>
            <a:ext cx="369391" cy="369391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A2AAAD1-7564-359A-84C0-CBF451B398B4}"/>
              </a:ext>
            </a:extLst>
          </p:cNvPr>
          <p:cNvCxnSpPr>
            <a:cxnSpLocks/>
            <a:stCxn id="120" idx="4"/>
            <a:endCxn id="111" idx="0"/>
          </p:cNvCxnSpPr>
          <p:nvPr/>
        </p:nvCxnSpPr>
        <p:spPr>
          <a:xfrm flipH="1">
            <a:off x="9862930" y="2911448"/>
            <a:ext cx="888284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2446BB7-B802-2AD6-7764-CB841C344DF6}"/>
              </a:ext>
            </a:extLst>
          </p:cNvPr>
          <p:cNvCxnSpPr>
            <a:cxnSpLocks/>
            <a:stCxn id="120" idx="4"/>
            <a:endCxn id="112" idx="0"/>
          </p:cNvCxnSpPr>
          <p:nvPr/>
        </p:nvCxnSpPr>
        <p:spPr>
          <a:xfrm>
            <a:off x="10751214" y="2911448"/>
            <a:ext cx="0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989C8B2-9A6F-EA0F-12C2-06C488D0E2D9}"/>
              </a:ext>
            </a:extLst>
          </p:cNvPr>
          <p:cNvCxnSpPr>
            <a:cxnSpLocks/>
            <a:stCxn id="120" idx="4"/>
            <a:endCxn id="113" idx="0"/>
          </p:cNvCxnSpPr>
          <p:nvPr/>
        </p:nvCxnSpPr>
        <p:spPr>
          <a:xfrm>
            <a:off x="10751214" y="2911448"/>
            <a:ext cx="888284" cy="685135"/>
          </a:xfrm>
          <a:prstGeom prst="lin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3DDE2AF0-246A-661E-E6A5-4BAF8432C570}"/>
              </a:ext>
            </a:extLst>
          </p:cNvPr>
          <p:cNvSpPr/>
          <p:nvPr/>
        </p:nvSpPr>
        <p:spPr>
          <a:xfrm>
            <a:off x="10393554" y="2218507"/>
            <a:ext cx="715320" cy="692941"/>
          </a:xfrm>
          <a:prstGeom prst="ellipse">
            <a:avLst/>
          </a:prstGeom>
          <a:solidFill>
            <a:srgbClr val="111653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1" name="Graphic 120">
            <a:extLst>
              <a:ext uri="{FF2B5EF4-FFF2-40B4-BE49-F238E27FC236}">
                <a16:creationId xmlns:a16="http://schemas.microsoft.com/office/drawing/2014/main" id="{37E0F590-8CBC-E242-19C5-18066BEC4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0683" y="2403786"/>
            <a:ext cx="401061" cy="4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6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indefinit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9" dur="indefinit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2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5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3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2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indefinite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5" dur="indefinite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indefinit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8" dur="indefinit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indefinite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1" dur="indefinite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4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4" grpId="0" animBg="1"/>
      <p:bldP spid="46" grpId="0" animBg="1"/>
      <p:bldP spid="48" grpId="0" animBg="1"/>
      <p:bldP spid="3" grpId="0" build="p"/>
      <p:bldP spid="29" grpId="0"/>
      <p:bldP spid="32" grpId="0"/>
      <p:bldP spid="4" grpId="0"/>
      <p:bldP spid="11" grpId="0"/>
      <p:bldP spid="13" grpId="0"/>
      <p:bldP spid="14" grpId="0"/>
      <p:bldP spid="10" grpId="0" animBg="1"/>
      <p:bldP spid="91" grpId="0" animBg="1"/>
      <p:bldP spid="96" grpId="0" animBg="1"/>
      <p:bldP spid="12" grpId="0" animBg="1"/>
      <p:bldP spid="90" grpId="0" animBg="1"/>
      <p:bldP spid="95" grpId="0" animBg="1"/>
      <p:bldP spid="100" grpId="0" animBg="1"/>
      <p:bldP spid="101" grpId="0" animBg="1"/>
      <p:bldP spid="102" grpId="0" animBg="1"/>
      <p:bldP spid="109" grpId="0" animBg="1"/>
      <p:bldP spid="111" grpId="0" animBg="1"/>
      <p:bldP spid="112" grpId="0" animBg="1"/>
      <p:bldP spid="113" grpId="0" animBg="1"/>
      <p:bldP spid="1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E2748-43F0-0B39-4631-A62D9435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2BD9-9599-8D47-D2BA-2A70278B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13015D-7766-31DE-52E7-922D883FAD83}"/>
              </a:ext>
            </a:extLst>
          </p:cNvPr>
          <p:cNvSpPr txBox="1">
            <a:spLocks/>
          </p:cNvSpPr>
          <p:nvPr/>
        </p:nvSpPr>
        <p:spPr>
          <a:xfrm>
            <a:off x="2700867" y="2199571"/>
            <a:ext cx="6245578" cy="3343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5400"/>
              <a:t>Signals</a:t>
            </a:r>
          </a:p>
        </p:txBody>
      </p:sp>
    </p:spTree>
    <p:extLst>
      <p:ext uri="{BB962C8B-B14F-4D97-AF65-F5344CB8AC3E}">
        <p14:creationId xmlns:p14="http://schemas.microsoft.com/office/powerpoint/2010/main" val="2326275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E33F-E5A3-2AD4-36CA-26C173A6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Alerting strategy with Health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E501-E3F0-A5BC-6F08-E97D62264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Alert on entity state changes </a:t>
            </a:r>
          </a:p>
          <a:p>
            <a:r>
              <a:rPr lang="en-US"/>
              <a:t>One health alert can represent multiple failing signals</a:t>
            </a:r>
          </a:p>
          <a:p>
            <a:r>
              <a:rPr lang="en-US"/>
              <a:t>Use root alerts for business impact visibility</a:t>
            </a:r>
          </a:p>
          <a:p>
            <a:r>
              <a:rPr lang="en-US"/>
              <a:t>Use entity-level alerts for operator action and triage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21AD9-9209-0118-E116-60D48A028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265" y="4429315"/>
            <a:ext cx="660400" cy="552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3C127D-4AD4-5F06-E02D-1A208AD33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897" y="3776014"/>
            <a:ext cx="523178" cy="523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A22419-B4B3-A079-F5F4-9732D5CE4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71" y="4393601"/>
            <a:ext cx="599475" cy="8283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453B15-D0CE-8715-4E0B-460963FEC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671" y="5044605"/>
            <a:ext cx="577676" cy="828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4B0C88-7F35-7142-A2C7-D7463015F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514" y="4275463"/>
            <a:ext cx="946150" cy="84455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AA854FF-97C4-DF02-3E5F-07DB2C67648E}"/>
              </a:ext>
            </a:extLst>
          </p:cNvPr>
          <p:cNvSpPr/>
          <p:nvPr/>
        </p:nvSpPr>
        <p:spPr>
          <a:xfrm>
            <a:off x="5931690" y="3861280"/>
            <a:ext cx="1761620" cy="1706506"/>
          </a:xfrm>
          <a:prstGeom prst="ellipse">
            <a:avLst/>
          </a:prstGeom>
          <a:noFill/>
          <a:ln w="762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3246A3-D14C-5A76-B780-0F94DE77281C}"/>
              </a:ext>
            </a:extLst>
          </p:cNvPr>
          <p:cNvSpPr txBox="1"/>
          <p:nvPr/>
        </p:nvSpPr>
        <p:spPr>
          <a:xfrm>
            <a:off x="2656213" y="3843295"/>
            <a:ext cx="139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Server errors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F4751-7810-77CD-E4A7-DA3DC0F9D8DD}"/>
              </a:ext>
            </a:extLst>
          </p:cNvPr>
          <p:cNvSpPr txBox="1"/>
          <p:nvPr/>
        </p:nvSpPr>
        <p:spPr>
          <a:xfrm>
            <a:off x="2618690" y="4520874"/>
            <a:ext cx="2005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Incoming messages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3BF6E-299B-28CF-64B8-DA429DE14294}"/>
              </a:ext>
            </a:extLst>
          </p:cNvPr>
          <p:cNvSpPr txBox="1"/>
          <p:nvPr/>
        </p:nvSpPr>
        <p:spPr>
          <a:xfrm>
            <a:off x="2623749" y="5198454"/>
            <a:ext cx="1960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Throttled Requests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7C2C8-355D-6794-D46A-25DE223CB0EA}"/>
              </a:ext>
            </a:extLst>
          </p:cNvPr>
          <p:cNvSpPr txBox="1"/>
          <p:nvPr/>
        </p:nvSpPr>
        <p:spPr>
          <a:xfrm>
            <a:off x="6287911" y="5797303"/>
            <a:ext cx="1500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My Event Hub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F8DD5B-B978-D40A-9BC4-48D99AA59F6A}"/>
              </a:ext>
            </a:extLst>
          </p:cNvPr>
          <p:cNvCxnSpPr/>
          <p:nvPr/>
        </p:nvCxnSpPr>
        <p:spPr>
          <a:xfrm>
            <a:off x="4161742" y="4042050"/>
            <a:ext cx="15290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4ECED8-F1FB-0282-30A9-423B1130B61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623726" y="4705540"/>
            <a:ext cx="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6CE6F9-48C7-31F2-4901-BE44F065B269}"/>
              </a:ext>
            </a:extLst>
          </p:cNvPr>
          <p:cNvCxnSpPr>
            <a:cxnSpLocks/>
          </p:cNvCxnSpPr>
          <p:nvPr/>
        </p:nvCxnSpPr>
        <p:spPr>
          <a:xfrm>
            <a:off x="4690697" y="4735788"/>
            <a:ext cx="10033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7AC0CB-BD98-BC91-4C3F-8B72B26346D7}"/>
              </a:ext>
            </a:extLst>
          </p:cNvPr>
          <p:cNvCxnSpPr>
            <a:cxnSpLocks/>
          </p:cNvCxnSpPr>
          <p:nvPr/>
        </p:nvCxnSpPr>
        <p:spPr>
          <a:xfrm>
            <a:off x="4623726" y="5397776"/>
            <a:ext cx="106709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BF7EA1-27D7-9A84-13CC-4F3ECCABB0AE}"/>
              </a:ext>
            </a:extLst>
          </p:cNvPr>
          <p:cNvCxnSpPr>
            <a:cxnSpLocks/>
          </p:cNvCxnSpPr>
          <p:nvPr/>
        </p:nvCxnSpPr>
        <p:spPr>
          <a:xfrm>
            <a:off x="7927771" y="4714533"/>
            <a:ext cx="1003300" cy="0"/>
          </a:xfrm>
          <a:prstGeom prst="line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06DBC8-B042-2B56-55EC-3BB38F816BC3}"/>
              </a:ext>
            </a:extLst>
          </p:cNvPr>
          <p:cNvSpPr txBox="1"/>
          <p:nvPr/>
        </p:nvSpPr>
        <p:spPr>
          <a:xfrm>
            <a:off x="8837681" y="5165547"/>
            <a:ext cx="2633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bg1"/>
                </a:solidFill>
              </a:rPr>
              <a:t>Alert only on state change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4F3F27-7856-5ECE-CE27-8BCA845D0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0235" y="5629499"/>
            <a:ext cx="577676" cy="8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5F938-CBC4-CDC5-9AB7-9C118F17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Reusable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1292B-B714-5F3D-C945-23BC298A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Recommended automatically available</a:t>
            </a:r>
          </a:p>
          <a:p>
            <a:r>
              <a:rPr lang="en-US"/>
              <a:t>Create your own reusable signals</a:t>
            </a:r>
          </a:p>
          <a:p>
            <a:r>
              <a:rPr lang="en-US"/>
              <a:t>Automatically assign in discovery</a:t>
            </a:r>
          </a:p>
        </p:txBody>
      </p:sp>
    </p:spTree>
    <p:extLst>
      <p:ext uri="{BB962C8B-B14F-4D97-AF65-F5344CB8AC3E}">
        <p14:creationId xmlns:p14="http://schemas.microsoft.com/office/powerpoint/2010/main" val="3011385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9D88-F7E3-E919-CC9F-4DD6C2D7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 discovery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7414C7-780A-4FC5-92CA-287B2DB25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6862"/>
            <a:ext cx="10648244" cy="2597488"/>
          </a:xfrm>
        </p:spPr>
        <p:txBody>
          <a:bodyPr>
            <a:noAutofit/>
          </a:bodyPr>
          <a:lstStyle/>
          <a:p>
            <a:r>
              <a:rPr lang="en-US"/>
              <a:t>Dynamically add Azure entities to model</a:t>
            </a:r>
          </a:p>
          <a:p>
            <a:r>
              <a:rPr lang="en-US"/>
              <a:t>Runs every 5 minutes</a:t>
            </a:r>
          </a:p>
          <a:p>
            <a:r>
              <a:rPr lang="en-US"/>
              <a:t>Define parent entity and discover potential relationships</a:t>
            </a:r>
          </a:p>
          <a:p>
            <a:r>
              <a:rPr lang="en-US"/>
              <a:t>Add recommended signals for resource type</a:t>
            </a:r>
          </a:p>
          <a:p>
            <a:endParaRPr lang="en-US"/>
          </a:p>
        </p:txBody>
      </p:sp>
      <p:pic>
        <p:nvPicPr>
          <p:cNvPr id="9" name="Picture 8" descr="The image displays a dashboard with various options for managing and viewing different aspects of a model, such as creating, cloning, refreshing, and deleting, along with tabs for overview, activity log, resource graphs, and access control settings.&#10;&#10;AI-generated content may be incorrect.">
            <a:extLst>
              <a:ext uri="{FF2B5EF4-FFF2-40B4-BE49-F238E27FC236}">
                <a16:creationId xmlns:a16="http://schemas.microsoft.com/office/drawing/2014/main" id="{2F954FBF-BCFC-1F14-E7AF-B925749B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90"/>
          <a:stretch>
            <a:fillRect/>
          </a:stretch>
        </p:blipFill>
        <p:spPr>
          <a:xfrm>
            <a:off x="1512748" y="4015308"/>
            <a:ext cx="9166503" cy="194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96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BC83-46DA-6C07-7945-CB16448A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172F47-AA9D-141A-F58E-5E2ACAF39082}"/>
              </a:ext>
            </a:extLst>
          </p:cNvPr>
          <p:cNvSpPr txBox="1">
            <a:spLocks/>
          </p:cNvSpPr>
          <p:nvPr/>
        </p:nvSpPr>
        <p:spPr>
          <a:xfrm>
            <a:off x="2700867" y="2199571"/>
            <a:ext cx="6245578" cy="3343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5400"/>
              <a:t>Discovery</a:t>
            </a:r>
            <a:br>
              <a:rPr lang="en-US" sz="5400"/>
            </a:br>
            <a:r>
              <a:rPr lang="en-US" sz="5400"/>
              <a:t>Signal definitions</a:t>
            </a:r>
          </a:p>
        </p:txBody>
      </p:sp>
    </p:spTree>
    <p:extLst>
      <p:ext uri="{BB962C8B-B14F-4D97-AF65-F5344CB8AC3E}">
        <p14:creationId xmlns:p14="http://schemas.microsoft.com/office/powerpoint/2010/main" val="17503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2DE3-72D6-3A14-69CB-97C7E655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89" y="263526"/>
            <a:ext cx="10515600" cy="792466"/>
          </a:xfrm>
        </p:spPr>
        <p:txBody>
          <a:bodyPr/>
          <a:lstStyle/>
          <a:p>
            <a:r>
              <a:rPr lang="en-US"/>
              <a:t>Operational views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E67248-718D-77B5-34AF-8C70AD69C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4106"/>
              </p:ext>
            </p:extLst>
          </p:nvPr>
        </p:nvGraphicFramePr>
        <p:xfrm>
          <a:off x="1013177" y="1689084"/>
          <a:ext cx="10340623" cy="431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267">
                  <a:extLst>
                    <a:ext uri="{9D8B030D-6E8A-4147-A177-3AD203B41FA5}">
                      <a16:colId xmlns:a16="http://schemas.microsoft.com/office/drawing/2014/main" val="4235634509"/>
                    </a:ext>
                  </a:extLst>
                </a:gridCol>
                <a:gridCol w="2771422">
                  <a:extLst>
                    <a:ext uri="{9D8B030D-6E8A-4147-A177-3AD203B41FA5}">
                      <a16:colId xmlns:a16="http://schemas.microsoft.com/office/drawing/2014/main" val="3522160748"/>
                    </a:ext>
                  </a:extLst>
                </a:gridCol>
                <a:gridCol w="6366934">
                  <a:extLst>
                    <a:ext uri="{9D8B030D-6E8A-4147-A177-3AD203B41FA5}">
                      <a16:colId xmlns:a16="http://schemas.microsoft.com/office/drawing/2014/main" val="2072923852"/>
                    </a:ext>
                  </a:extLst>
                </a:gridCol>
              </a:tblGrid>
              <a:tr h="517146">
                <a:tc>
                  <a:txBody>
                    <a:bodyPr/>
                    <a:lstStyle/>
                    <a:p>
                      <a:r>
                        <a:rPr lang="en-US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424306"/>
                  </a:ext>
                </a:extLst>
              </a:tr>
              <a:tr h="460835">
                <a:tc rowSpan="5"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Edit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Designer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Primary editor for relationships and signal definitions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74812"/>
                  </a:ext>
                </a:extLst>
              </a:tr>
              <a:tr h="460835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Entities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Fast filter/edit for unconfigured entities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695330"/>
                  </a:ext>
                </a:extLst>
              </a:tr>
              <a:tr h="460835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Discovery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Service group and auto-discovery settings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34795"/>
                  </a:ext>
                </a:extLst>
              </a:tr>
              <a:tr h="460835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Signal definitions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Inspect and remove unused definitions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01461"/>
                  </a:ext>
                </a:extLst>
              </a:tr>
              <a:tr h="460835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Authentication settings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Identity per entity/data source access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800170"/>
                  </a:ext>
                </a:extLst>
              </a:tr>
              <a:tr h="460835">
                <a:tc rowSpan="3"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Analyze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Graph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Current snapshot and visual representation of dependencies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721048"/>
                  </a:ext>
                </a:extLst>
              </a:tr>
              <a:tr h="517146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Timeline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Health trends and drill into time slices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37040"/>
                  </a:ext>
                </a:extLst>
              </a:tr>
              <a:tr h="517146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Entity details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Current signals, alerts, history, and </a:t>
                      </a:r>
                      <a:r>
                        <a:rPr lang="en-US" err="1">
                          <a:solidFill>
                            <a:schemeClr val="bg1"/>
                          </a:solidFill>
                        </a:rPr>
                        <a:t>analysi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680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66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54C6-2269-6BF6-1ED3-D76C6022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44D8-52E0-7125-22D7-B7B13D5F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B1838D-DBA8-340B-A8F7-26C06750CCC7}"/>
              </a:ext>
            </a:extLst>
          </p:cNvPr>
          <p:cNvSpPr txBox="1">
            <a:spLocks/>
          </p:cNvSpPr>
          <p:nvPr/>
        </p:nvSpPr>
        <p:spPr>
          <a:xfrm>
            <a:off x="2700867" y="2199571"/>
            <a:ext cx="6245578" cy="3343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5400"/>
              <a:t>Views</a:t>
            </a:r>
          </a:p>
        </p:txBody>
      </p:sp>
    </p:spTree>
    <p:extLst>
      <p:ext uri="{BB962C8B-B14F-4D97-AF65-F5344CB8AC3E}">
        <p14:creationId xmlns:p14="http://schemas.microsoft.com/office/powerpoint/2010/main" val="374667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093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97330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MMSMOA+2026+Troubleshooting+Application+Installation+Final+Version</Template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Dark Mode</vt:lpstr>
      <vt:lpstr>Light Mode</vt:lpstr>
      <vt:lpstr>From Noise to Clarity</vt:lpstr>
      <vt:lpstr>Attention</vt:lpstr>
      <vt:lpstr>PowerPoint Presentation</vt:lpstr>
      <vt:lpstr>Monitoring Timeline</vt:lpstr>
      <vt:lpstr>Why Health Models</vt:lpstr>
      <vt:lpstr>Entity types</vt:lpstr>
      <vt:lpstr>Relationships and rollup</vt:lpstr>
      <vt:lpstr>Demo</vt:lpstr>
      <vt:lpstr>Signals</vt:lpstr>
      <vt:lpstr>Health states</vt:lpstr>
      <vt:lpstr>Health propagation</vt:lpstr>
      <vt:lpstr>Demo</vt:lpstr>
      <vt:lpstr>Alerting strategy with Health Models</vt:lpstr>
      <vt:lpstr>Reusable signals</vt:lpstr>
      <vt:lpstr>Auto discovery</vt:lpstr>
      <vt:lpstr>Demo</vt:lpstr>
      <vt:lpstr>Operational views</vt:lpstr>
      <vt:lpstr>Demo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Wren</dc:creator>
  <cp:revision>1</cp:revision>
  <dcterms:created xsi:type="dcterms:W3CDTF">2026-03-28T07:23:12Z</dcterms:created>
  <dcterms:modified xsi:type="dcterms:W3CDTF">2026-04-26T20:30:01Z</dcterms:modified>
</cp:coreProperties>
</file>