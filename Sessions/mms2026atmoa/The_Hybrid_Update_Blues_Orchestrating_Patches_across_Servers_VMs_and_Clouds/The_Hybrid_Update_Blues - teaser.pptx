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10"/>
  </p:handoutMasterIdLst>
  <p:sldIdLst>
    <p:sldId id="256" r:id="rId6"/>
    <p:sldId id="260" r:id="rId7"/>
    <p:sldId id="266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0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77EB89-3AEF-4C00-B7C9-D358B1AC33BD}" v="1" dt="2026-02-26T18:45:34.472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92" autoAdjust="0"/>
  </p:normalViewPr>
  <p:slideViewPr>
    <p:cSldViewPr snapToGrid="0">
      <p:cViewPr varScale="1">
        <p:scale>
          <a:sx n="101" d="100"/>
          <a:sy n="101" d="100"/>
        </p:scale>
        <p:origin x="696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opher Turner" userId="116d5080-4c75-479d-8979-23b3986a3601" providerId="ADAL" clId="{E75F8507-D68F-4840-ABAE-6EB23CCD13D7}"/>
    <pc:docChg chg="custSel addSld delSld modSld delSection modSection">
      <pc:chgData name="Kristopher Turner" userId="116d5080-4c75-479d-8979-23b3986a3601" providerId="ADAL" clId="{E75F8507-D68F-4840-ABAE-6EB23CCD13D7}" dt="2026-02-26T18:47:03.012" v="91"/>
      <pc:docMkLst>
        <pc:docMk/>
      </pc:docMkLst>
      <pc:sldChg chg="modSp mod">
        <pc:chgData name="Kristopher Turner" userId="116d5080-4c75-479d-8979-23b3986a3601" providerId="ADAL" clId="{E75F8507-D68F-4840-ABAE-6EB23CCD13D7}" dt="2026-02-26T15:53:23.429" v="82" actId="313"/>
        <pc:sldMkLst>
          <pc:docMk/>
          <pc:sldMk cId="4018952155" sldId="256"/>
        </pc:sldMkLst>
        <pc:spChg chg="mod">
          <ac:chgData name="Kristopher Turner" userId="116d5080-4c75-479d-8979-23b3986a3601" providerId="ADAL" clId="{E75F8507-D68F-4840-ABAE-6EB23CCD13D7}" dt="2026-02-26T15:53:00.403" v="22" actId="20577"/>
          <ac:spMkLst>
            <pc:docMk/>
            <pc:sldMk cId="4018952155" sldId="256"/>
            <ac:spMk id="2" creationId="{2313B669-2341-DF39-C682-5CB469879095}"/>
          </ac:spMkLst>
        </pc:spChg>
        <pc:spChg chg="mod">
          <ac:chgData name="Kristopher Turner" userId="116d5080-4c75-479d-8979-23b3986a3601" providerId="ADAL" clId="{E75F8507-D68F-4840-ABAE-6EB23CCD13D7}" dt="2026-02-26T15:53:23.429" v="82" actId="313"/>
          <ac:spMkLst>
            <pc:docMk/>
            <pc:sldMk cId="4018952155" sldId="256"/>
            <ac:spMk id="3" creationId="{B7806C1F-6D02-FA11-F860-B05CFAC0C160}"/>
          </ac:spMkLst>
        </pc:spChg>
      </pc:sldChg>
      <pc:sldChg chg="del">
        <pc:chgData name="Kristopher Turner" userId="116d5080-4c75-479d-8979-23b3986a3601" providerId="ADAL" clId="{E75F8507-D68F-4840-ABAE-6EB23CCD13D7}" dt="2026-02-26T18:45:15.665" v="83" actId="47"/>
        <pc:sldMkLst>
          <pc:docMk/>
          <pc:sldMk cId="2692478915" sldId="257"/>
        </pc:sldMkLst>
      </pc:sldChg>
      <pc:sldChg chg="del">
        <pc:chgData name="Kristopher Turner" userId="116d5080-4c75-479d-8979-23b3986a3601" providerId="ADAL" clId="{E75F8507-D68F-4840-ABAE-6EB23CCD13D7}" dt="2026-02-26T18:45:15.665" v="83" actId="47"/>
        <pc:sldMkLst>
          <pc:docMk/>
          <pc:sldMk cId="2279942714" sldId="258"/>
        </pc:sldMkLst>
      </pc:sldChg>
      <pc:sldChg chg="del">
        <pc:chgData name="Kristopher Turner" userId="116d5080-4c75-479d-8979-23b3986a3601" providerId="ADAL" clId="{E75F8507-D68F-4840-ABAE-6EB23CCD13D7}" dt="2026-02-26T18:45:15.665" v="83" actId="47"/>
        <pc:sldMkLst>
          <pc:docMk/>
          <pc:sldMk cId="2998567692" sldId="259"/>
        </pc:sldMkLst>
      </pc:sldChg>
      <pc:sldChg chg="add del">
        <pc:chgData name="Kristopher Turner" userId="116d5080-4c75-479d-8979-23b3986a3601" providerId="ADAL" clId="{E75F8507-D68F-4840-ABAE-6EB23CCD13D7}" dt="2026-02-26T18:45:34.468" v="86"/>
        <pc:sldMkLst>
          <pc:docMk/>
          <pc:sldMk cId="2749782532" sldId="260"/>
        </pc:sldMkLst>
      </pc:sldChg>
      <pc:sldChg chg="del">
        <pc:chgData name="Kristopher Turner" userId="116d5080-4c75-479d-8979-23b3986a3601" providerId="ADAL" clId="{E75F8507-D68F-4840-ABAE-6EB23CCD13D7}" dt="2026-02-26T18:45:15.665" v="83" actId="47"/>
        <pc:sldMkLst>
          <pc:docMk/>
          <pc:sldMk cId="3665382884" sldId="262"/>
        </pc:sldMkLst>
      </pc:sldChg>
      <pc:sldChg chg="del">
        <pc:chgData name="Kristopher Turner" userId="116d5080-4c75-479d-8979-23b3986a3601" providerId="ADAL" clId="{E75F8507-D68F-4840-ABAE-6EB23CCD13D7}" dt="2026-02-26T18:45:15.665" v="83" actId="47"/>
        <pc:sldMkLst>
          <pc:docMk/>
          <pc:sldMk cId="3705781803" sldId="263"/>
        </pc:sldMkLst>
      </pc:sldChg>
      <pc:sldChg chg="del">
        <pc:chgData name="Kristopher Turner" userId="116d5080-4c75-479d-8979-23b3986a3601" providerId="ADAL" clId="{E75F8507-D68F-4840-ABAE-6EB23CCD13D7}" dt="2026-02-26T18:45:15.665" v="83" actId="47"/>
        <pc:sldMkLst>
          <pc:docMk/>
          <pc:sldMk cId="3743149013" sldId="264"/>
        </pc:sldMkLst>
      </pc:sldChg>
      <pc:sldChg chg="add del">
        <pc:chgData name="Kristopher Turner" userId="116d5080-4c75-479d-8979-23b3986a3601" providerId="ADAL" clId="{E75F8507-D68F-4840-ABAE-6EB23CCD13D7}" dt="2026-02-26T18:45:34.468" v="86"/>
        <pc:sldMkLst>
          <pc:docMk/>
          <pc:sldMk cId="2055530864" sldId="265"/>
        </pc:sldMkLst>
      </pc:sldChg>
      <pc:sldChg chg="modSp add mod">
        <pc:chgData name="Kristopher Turner" userId="116d5080-4c75-479d-8979-23b3986a3601" providerId="ADAL" clId="{E75F8507-D68F-4840-ABAE-6EB23CCD13D7}" dt="2026-02-26T18:47:03.012" v="91"/>
        <pc:sldMkLst>
          <pc:docMk/>
          <pc:sldMk cId="1009558230" sldId="266"/>
        </pc:sldMkLst>
        <pc:spChg chg="mod">
          <ac:chgData name="Kristopher Turner" userId="116d5080-4c75-479d-8979-23b3986a3601" providerId="ADAL" clId="{E75F8507-D68F-4840-ABAE-6EB23CCD13D7}" dt="2026-02-26T18:47:03.012" v="91"/>
          <ac:spMkLst>
            <pc:docMk/>
            <pc:sldMk cId="1009558230" sldId="266"/>
            <ac:spMk id="3" creationId="{C595F291-B9CB-60BF-7307-F3FFC90C9734}"/>
          </ac:spMkLst>
        </pc:spChg>
        <pc:cxnChg chg="mod">
          <ac:chgData name="Kristopher Turner" userId="116d5080-4c75-479d-8979-23b3986a3601" providerId="ADAL" clId="{E75F8507-D68F-4840-ABAE-6EB23CCD13D7}" dt="2026-02-26T18:46:49.173" v="90" actId="1076"/>
          <ac:cxnSpMkLst>
            <pc:docMk/>
            <pc:sldMk cId="1009558230" sldId="266"/>
            <ac:cxnSpMk id="5" creationId="{69C2E3B5-63C1-A044-AD8B-23B4159CE6FC}"/>
          </ac:cxnSpMkLst>
        </pc:cxnChg>
      </pc:sldChg>
      <pc:sldChg chg="del">
        <pc:chgData name="Kristopher Turner" userId="116d5080-4c75-479d-8979-23b3986a3601" providerId="ADAL" clId="{E75F8507-D68F-4840-ABAE-6EB23CCD13D7}" dt="2026-02-26T18:45:15.665" v="83" actId="47"/>
        <pc:sldMkLst>
          <pc:docMk/>
          <pc:sldMk cId="1651702748" sldId="2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microsoft.com/office/2007/relationships/hdphoto" Target="../media/hdphoto1.wdp"/><Relationship Id="rId3" Type="http://schemas.openxmlformats.org/officeDocument/2006/relationships/image" Target="../media/image24.sv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microsoft.com/office/2007/relationships/hdphoto" Target="../media/hdphoto1.wdp"/><Relationship Id="rId3" Type="http://schemas.openxmlformats.org/officeDocument/2006/relationships/image" Target="../media/image24.sv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Hybrid Update Blues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Orchestrating Patches across Servers, VMs, and Clouds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7412" y="1662310"/>
            <a:ext cx="2703513" cy="2538413"/>
          </a:xfr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CD6E66-EAB9-E15A-71BD-FB2D4F9AE9A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1077" y="1662310"/>
            <a:ext cx="2703513" cy="2538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Kristopher Turner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Matthew Wetherell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dirty="0" err="1"/>
              <a:t>kristopherjturner</a:t>
            </a:r>
            <a:endParaRPr lang="en-US" dirty="0"/>
          </a:p>
          <a:p>
            <a:r>
              <a:rPr lang="en-US" dirty="0"/>
              <a:t>in/</a:t>
            </a:r>
            <a:r>
              <a:rPr lang="en-US" dirty="0" err="1"/>
              <a:t>kristopherjturner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Minister, Fisherman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IT Infrastructure Manager , USNR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16" name="Picture 15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73517536-8553-459B-407E-879C70E9A5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AFF0FDC-0276-C411-D1E4-B4DDA4728735}"/>
              </a:ext>
            </a:extLst>
          </p:cNvPr>
          <p:cNvSpPr txBox="1">
            <a:spLocks/>
          </p:cNvSpPr>
          <p:nvPr/>
        </p:nvSpPr>
        <p:spPr>
          <a:xfrm>
            <a:off x="6095999" y="5314553"/>
            <a:ext cx="45720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replaceme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mtwetherell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F443610-78DA-7893-C866-8331FFB78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1162" y="5729641"/>
            <a:ext cx="476250" cy="476250"/>
          </a:xfrm>
          <a:prstGeom prst="rect">
            <a:avLst/>
          </a:prstGeom>
        </p:spPr>
      </p:pic>
      <p:pic>
        <p:nvPicPr>
          <p:cNvPr id="23" name="Picture 22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388A7467-3BE6-169B-5CCF-A288D1B492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924" y="5254153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What and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Why do you want to attend this session?</a:t>
            </a:r>
            <a:br>
              <a:rPr lang="en-US" sz="2800" dirty="0"/>
            </a:br>
            <a:br>
              <a:rPr lang="en-US" sz="2800" dirty="0"/>
            </a:br>
            <a:r>
              <a:rPr lang="en-US" sz="1600" dirty="0"/>
              <a:t>Effective patch management is crucial for maintaining robust architectures. Learn strategies to orchestrate updates seamlessly across Azure Local, Hyper-V clusters, standalone servers, Arc-managed machines, and Azure VMs while avoiding disruptions that could jeopardize your environment’s stability. Equip yourself with actionable techniques to coordinate patching in complex hybrid setups.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2800" b="1" dirty="0"/>
              <a:t>What will you take away fro</a:t>
            </a:r>
            <a:r>
              <a:rPr lang="en-US" b="1" dirty="0"/>
              <a:t>m this session?</a:t>
            </a:r>
            <a:br>
              <a:rPr lang="en-US" dirty="0"/>
            </a:br>
            <a:endParaRPr lang="en-US" dirty="0"/>
          </a:p>
          <a:p>
            <a:r>
              <a:rPr lang="en-US" sz="1700" dirty="0"/>
              <a:t>Implement effective update strategies for clusters and Azure Local environments.</a:t>
            </a:r>
          </a:p>
          <a:p>
            <a:r>
              <a:rPr lang="en-US" sz="1700" dirty="0"/>
              <a:t>Explore Arc-enabled update management patterns to enhance patching success.</a:t>
            </a:r>
          </a:p>
          <a:p>
            <a:r>
              <a:rPr lang="en-US" sz="1700" dirty="0"/>
              <a:t>Master coordinated patching techniques across hybrid infrastructure environments.</a:t>
            </a:r>
          </a:p>
          <a:p>
            <a:r>
              <a:rPr lang="en-US" sz="1700" dirty="0"/>
              <a:t>Discover best practices to avoid update-induced disruptions in your systems.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C2E3B5-63C1-A044-AD8B-23B4159CE6FC}"/>
              </a:ext>
            </a:extLst>
          </p:cNvPr>
          <p:cNvCxnSpPr/>
          <p:nvPr/>
        </p:nvCxnSpPr>
        <p:spPr>
          <a:xfrm>
            <a:off x="1085850" y="4095750"/>
            <a:ext cx="7553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F0352B-849E-E37D-F789-60C8AB0B46A9}"/>
              </a:ext>
            </a:extLst>
          </p:cNvPr>
          <p:cNvCxnSpPr/>
          <p:nvPr/>
        </p:nvCxnSpPr>
        <p:spPr>
          <a:xfrm>
            <a:off x="1009650" y="1943100"/>
            <a:ext cx="7553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55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331C15306ADB419B8CEDCC17157646" ma:contentTypeVersion="3" ma:contentTypeDescription="Create a new document." ma:contentTypeScope="" ma:versionID="d0e08446faca54e01fe174b8d192df53">
  <xsd:schema xmlns:xsd="http://www.w3.org/2001/XMLSchema" xmlns:xs="http://www.w3.org/2001/XMLSchema" xmlns:p="http://schemas.microsoft.com/office/2006/metadata/properties" xmlns:ns2="0f882e8e-bc1f-4ab7-a0f6-3058a8ec4811" targetNamespace="http://schemas.microsoft.com/office/2006/metadata/properties" ma:root="true" ma:fieldsID="8b312f76cd805c747d61e459fde0768a" ns2:_="">
    <xsd:import namespace="0f882e8e-bc1f-4ab7-a0f6-3058a8ec48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882e8e-bc1f-4ab7-a0f6-3058a8ec48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6831A2-EF37-4997-B988-EC0164F4D3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882e8e-bc1f-4ab7-a0f6-3058a8ec48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2026 at MOA-Office</Template>
  <TotalTime>4</TotalTime>
  <Words>155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The Hybrid Update Blues</vt:lpstr>
      <vt:lpstr>PowerPoint Presentation</vt:lpstr>
      <vt:lpstr>The What and Why?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Kristopher Turner</dc:creator>
  <cp:lastModifiedBy>Kristopher Turner</cp:lastModifiedBy>
  <cp:revision>1</cp:revision>
  <dcterms:created xsi:type="dcterms:W3CDTF">2026-02-26T15:50:41Z</dcterms:created>
  <dcterms:modified xsi:type="dcterms:W3CDTF">2026-02-26T18:47:07Z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0x0101008F331C15306ADB419B8CEDCC17157646</vt:lpwstr>
  </property>
  <property fmtid="{D5CDD505-2E9C-101B-9397-08002B2CF9AE}" pid="3" name="MediaServiceImageTags">
    <vt:lpwstr/>
  </property>
</Properties>
</file>