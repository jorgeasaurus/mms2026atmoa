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26"/>
  </p:handoutMasterIdLst>
  <p:sldIdLst>
    <p:sldId id="256" r:id="rId6"/>
    <p:sldId id="264" r:id="rId7"/>
    <p:sldId id="274" r:id="rId8"/>
    <p:sldId id="258" r:id="rId9"/>
    <p:sldId id="275" r:id="rId10"/>
    <p:sldId id="276" r:id="rId11"/>
    <p:sldId id="278" r:id="rId12"/>
    <p:sldId id="277" r:id="rId13"/>
    <p:sldId id="279" r:id="rId14"/>
    <p:sldId id="280" r:id="rId15"/>
    <p:sldId id="281" r:id="rId16"/>
    <p:sldId id="282" r:id="rId17"/>
    <p:sldId id="284" r:id="rId18"/>
    <p:sldId id="283" r:id="rId19"/>
    <p:sldId id="257" r:id="rId20"/>
    <p:sldId id="259" r:id="rId21"/>
    <p:sldId id="262" r:id="rId22"/>
    <p:sldId id="266" r:id="rId23"/>
    <p:sldId id="263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74"/>
          </p14:sldIdLst>
        </p14:section>
        <p14:section name="Presentation" id="{88398753-748C-4CE7-B81D-D95829EA2652}">
          <p14:sldIdLst>
            <p14:sldId id="258"/>
            <p14:sldId id="275"/>
            <p14:sldId id="276"/>
            <p14:sldId id="278"/>
            <p14:sldId id="277"/>
            <p14:sldId id="279"/>
            <p14:sldId id="280"/>
            <p14:sldId id="281"/>
            <p14:sldId id="282"/>
            <p14:sldId id="284"/>
            <p14:sldId id="283"/>
            <p14:sldId id="257"/>
            <p14:sldId id="259"/>
            <p14:sldId id="262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D7C4B-69F6-4A32-A465-634781A3146B}" v="2" dt="2026-04-02T20:34:12.596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48" autoAdjust="0"/>
    <p:restoredTop sz="94692" autoAdjust="0"/>
  </p:normalViewPr>
  <p:slideViewPr>
    <p:cSldViewPr snapToGrid="0">
      <p:cViewPr>
        <p:scale>
          <a:sx n="75" d="100"/>
          <a:sy n="75" d="100"/>
        </p:scale>
        <p:origin x="31" y="-7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Authoring and Publishing PowerShell Scripts and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David Segura, MVP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Travis Roberts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davidsegura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davidsegura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/>
              <a:t>tsrob50@gmail.com</a:t>
            </a:r>
          </a:p>
          <a:p>
            <a:r>
              <a:rPr lang="en-US" dirty="0"/>
              <a:t>in/</a:t>
            </a:r>
            <a:r>
              <a:rPr lang="en-US" dirty="0" err="1"/>
              <a:t>robertst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Recast Software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ciraltos.com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80AD796-A5D0-185E-0D02-1A4E093DD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41552" y="5760680"/>
            <a:ext cx="457240" cy="457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30E878-9BF7-6939-C50D-D08A60E466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7658" y="5212080"/>
            <a:ext cx="457240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3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F87ADA-2A26-2D55-1E18-DCCCB47EB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2C2CF-0CAD-D25B-1BAE-80CCC353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B552B0-0B06-E4A0-DC24-3CCFF877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Configuration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8DDC57-93A9-DAEC-004E-B53EAA82A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362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77E7-CC60-7DC8-92C2-F2E936C7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F9208-4C81-C445-72AE-AFFE693D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C92618-1F72-E602-CC05-2085375AC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8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2831-4F66-49AF-3050-C07C5289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CFF36C-8148-A775-FD98-F2C262CD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Requirements for PowerShell Gallery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E52785-78F4-5D5E-C36B-E89A2AC9D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214D-D6BE-05E6-657C-32759F45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CCDC3-3E84-C56F-841B-A1AC3179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Requirements for PowerShell Gallery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530987-8D40-D302-9D03-432F70793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6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D40F-D2AE-77CE-0209-EB288A60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B6554-44AA-592B-1398-A7BB7CF9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GitHub for Source Control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116096-68DC-287E-435C-C475661A6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1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BFEB-B224-CF52-F1DF-BF6466D0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EA955-02B6-C9DB-93B0-CD6AFCB4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GitHub for Source Control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DDAC3F-D69D-2375-4A26-AF33EDB34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1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E4AC-8C7B-7346-3357-B244CD6B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F2E434-8A9B-4A8F-A4F6-E0EBF9CE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Module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16DF39-0350-4992-3715-0AFFEE6C4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571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5517-7E7A-7FC6-4DA0-BE6B6888B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447F69-2E29-8B61-55F9-C4912BE3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Scripts and Modules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4290DB-F3D7-026B-CD25-58B100403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9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4791A-2341-D832-F253-077D703E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CA4A20-4323-5B3D-F430-AB589787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Types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854275-5698-A6BC-E2B7-E1718B43D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0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F3C4-25E3-15CA-9903-D3B27928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6B7F4-E8D1-37F5-5487-4DD3F2D5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13061B-0C2C-8713-6159-D0A2A9CA3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35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be shy</a:t>
            </a:r>
          </a:p>
          <a:p>
            <a:r>
              <a:rPr lang="en-US" dirty="0"/>
              <a:t>We won’t talk about the Society for Critical Care Medicine</a:t>
            </a:r>
          </a:p>
          <a:p>
            <a:r>
              <a:rPr lang="en-US" dirty="0"/>
              <a:t>Long live … Intune?</a:t>
            </a:r>
          </a:p>
          <a:p>
            <a:r>
              <a:rPr lang="en-US" dirty="0"/>
              <a:t>Use Zoom 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BF406-C981-0C18-EA6D-A2B5B6088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57060"/>
              </p:ext>
            </p:extLst>
          </p:nvPr>
        </p:nvGraphicFramePr>
        <p:xfrm>
          <a:off x="1796025" y="4231288"/>
          <a:ext cx="8127999" cy="14833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555079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357449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6797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65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04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16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95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478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at 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C68930-3139-A8F7-E01D-4BD44399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Don't Cross The Streams!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B598A-CB65-7993-3FCF-42623BB7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for this year: LIGHT MODE</a:t>
            </a:r>
          </a:p>
          <a:p>
            <a:r>
              <a:rPr lang="en-US" dirty="0"/>
              <a:t>Use one or the other; NOT BOTH.</a:t>
            </a:r>
          </a:p>
          <a:p>
            <a:r>
              <a:rPr lang="en-US" dirty="0"/>
              <a:t>Session Title, Save the Dates, and Q&amp;A are</a:t>
            </a:r>
            <a:br>
              <a:rPr lang="en-US" dirty="0"/>
            </a:br>
            <a:r>
              <a:rPr lang="en-US" dirty="0"/>
              <a:t>the same regardless of mode.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6863F-86EC-D616-7685-E6B5EA62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597" y="1700814"/>
            <a:ext cx="3582228" cy="438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82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1511bd-8c99-4aa2-a1fb-36b1d13e63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277CB3CF5E0043B76AB956E72D534C" ma:contentTypeVersion="10" ma:contentTypeDescription="Create a new document." ma:contentTypeScope="" ma:versionID="00f0c488acfb367bcd0f7e380665a628">
  <xsd:schema xmlns:xsd="http://www.w3.org/2001/XMLSchema" xmlns:xs="http://www.w3.org/2001/XMLSchema" xmlns:p="http://schemas.microsoft.com/office/2006/metadata/properties" xmlns:ns3="391511bd-8c99-4aa2-a1fb-36b1d13e634b" targetNamespace="http://schemas.microsoft.com/office/2006/metadata/properties" ma:root="true" ma:fieldsID="f4086245973f9f199adf26a5a2fa56d0" ns3:_="">
    <xsd:import namespace="391511bd-8c99-4aa2-a1fb-36b1d13e634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1511bd-8c99-4aa2-a1fb-36b1d13e634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E0B4D4-529D-4984-8525-2DCCA1BEFF9D}">
  <ds:schemaRefs>
    <ds:schemaRef ds:uri="http://www.w3.org/XML/1998/namespace"/>
    <ds:schemaRef ds:uri="391511bd-8c99-4aa2-a1fb-36b1d13e634b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DF9583-E93C-4371-88B3-08E0C1AE4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1511bd-8c99-4aa2-a1fb-36b1d13e63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Authoring and Publishing PowerShell Scripts and Modules</Template>
  <TotalTime>162</TotalTime>
  <Words>189</Words>
  <Application>Microsoft Office PowerPoint</Application>
  <PresentationFormat>Widescreen</PresentationFormat>
  <Paragraphs>48</Paragraphs>
  <Slides>20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Authoring and Publishing PowerShell Scripts and Modules</vt:lpstr>
      <vt:lpstr>Attention</vt:lpstr>
      <vt:lpstr>PowerPoint Presentation</vt:lpstr>
      <vt:lpstr>Getting Started</vt:lpstr>
      <vt:lpstr>VS Code Configuration</vt:lpstr>
      <vt:lpstr>Best Practices</vt:lpstr>
      <vt:lpstr>Script Requirements for PowerShell Gallery</vt:lpstr>
      <vt:lpstr>Module Requirements for PowerShell Gallery</vt:lpstr>
      <vt:lpstr>Using GitHub for Source Control</vt:lpstr>
      <vt:lpstr>Using GitHub for Source Control</vt:lpstr>
      <vt:lpstr>PowerShell Module Framework</vt:lpstr>
      <vt:lpstr>Testing Scripts and Modules</vt:lpstr>
      <vt:lpstr>Module Types</vt:lpstr>
      <vt:lpstr>Wrap-Up</vt:lpstr>
      <vt:lpstr>Welcome</vt:lpstr>
      <vt:lpstr>How to win at life</vt:lpstr>
      <vt:lpstr>Don't Cross The Streams!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David Segura</dc:creator>
  <cp:lastModifiedBy>David Segura</cp:lastModifiedBy>
  <cp:revision>3</cp:revision>
  <dcterms:created xsi:type="dcterms:W3CDTF">2026-04-02T19:37:49Z</dcterms:created>
  <dcterms:modified xsi:type="dcterms:W3CDTF">2026-05-06T15:20:39Z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0x010100EF277CB3CF5E0043B76AB956E72D534C</vt:lpwstr>
  </property>
  <property fmtid="{D5CDD505-2E9C-101B-9397-08002B2CF9AE}" pid="3" name="MediaServiceImageTags">
    <vt:lpwstr/>
  </property>
</Properties>
</file>