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handoutMasterIdLst>
    <p:handoutMasterId r:id="rId18"/>
  </p:handoutMasterIdLst>
  <p:sldIdLst>
    <p:sldId id="256" r:id="rId6"/>
    <p:sldId id="264" r:id="rId7"/>
    <p:sldId id="260" r:id="rId8"/>
    <p:sldId id="258" r:id="rId9"/>
    <p:sldId id="257" r:id="rId10"/>
    <p:sldId id="275" r:id="rId11"/>
    <p:sldId id="276" r:id="rId12"/>
    <p:sldId id="259" r:id="rId13"/>
    <p:sldId id="262" r:id="rId14"/>
    <p:sldId id="266" r:id="rId15"/>
    <p:sldId id="263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47C90A1-52DE-4C0C-9748-AA4C35CE60DF}">
          <p14:sldIdLst>
            <p14:sldId id="256"/>
            <p14:sldId id="264"/>
            <p14:sldId id="260"/>
          </p14:sldIdLst>
        </p14:section>
        <p14:section name="Presentation" id="{88398753-748C-4CE7-B81D-D95829EA2652}">
          <p14:sldIdLst>
            <p14:sldId id="258"/>
            <p14:sldId id="257"/>
            <p14:sldId id="275"/>
            <p14:sldId id="276"/>
            <p14:sldId id="259"/>
            <p14:sldId id="262"/>
          </p14:sldIdLst>
        </p14:section>
        <p14:section name="Closing" id="{35F0DD0F-C871-4339-9D6B-25AB6010E816}">
          <p14:sldIdLst>
            <p14:sldId id="266"/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1066E6-D442-4C8A-8F17-3C5AF0ABE342}" v="15" dt="2026-04-14T00:18:11.941"/>
  </p1510:revLst>
</p1510:revInfo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92" autoAdjust="0"/>
  </p:normalViewPr>
  <p:slideViewPr>
    <p:cSldViewPr snapToGrid="0">
      <p:cViewPr varScale="1">
        <p:scale>
          <a:sx n="120" d="100"/>
          <a:sy n="120" d="100"/>
        </p:scale>
        <p:origin x="108" y="13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148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479DD7-BEB9-FB69-F785-68848A4099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EC562-ED04-0689-F45A-C2EBCD3AF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BDEA-31B7-4DB6-C40F-9DED321F5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DBB9A-3F38-44C9-81C4-CD9EE35AF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14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3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9163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3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MMS" descr="MMS Logo">
            <a:extLst>
              <a:ext uri="{FF2B5EF4-FFF2-40B4-BE49-F238E27FC236}">
                <a16:creationId xmlns:a16="http://schemas.microsoft.com/office/drawing/2014/main" id="{B20E1BA0-F24A-EC19-2D43-C2AEF38D6F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220684"/>
            <a:ext cx="1069571" cy="6126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4669" y="1258200"/>
            <a:ext cx="12264227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4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9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bg1">
                    <a:lumMod val="85000"/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6027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8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8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6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2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ptos" panose="020B0004020202020204" pitchFamily="34" charset="0"/>
              </a:defRPr>
            </a:lvl1pPr>
            <a:lvl2pPr>
              <a:defRPr sz="28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0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12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789424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6592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3" name="Picture 12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4D6873-2AA5-65D0-992F-5D0CA23B99B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B20B0E-D4F5-70E8-7B88-CD98C80D632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97EBA7-C89E-96EE-4748-7F907F81D9A5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0F4E334-22B5-F189-E4F0-E59467F9F9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E5F552A-9761-3A6C-8290-61044C88A9C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25" name="Picture 2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59AA4FF-6CFA-B105-B54C-8D9B21CA931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26" name="Picture 25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22BA2D5A-399C-36FF-E065-28AF7C39D808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2CA8F16-E2DC-59EF-D489-4FC3AB2CC38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DA09CD3-5E5E-7480-F81F-B86933B9DC6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1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66305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85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0336" y="1258200"/>
            <a:ext cx="12264228" cy="645279"/>
          </a:xfrm>
          <a:prstGeom prst="rect">
            <a:avLst/>
          </a:prstGeom>
        </p:spPr>
      </p:pic>
      <p:pic>
        <p:nvPicPr>
          <p:cNvPr id="9" name="Picture 8" descr="A red and black logo&#10;&#10;Description automatically generated">
            <a:extLst>
              <a:ext uri="{FF2B5EF4-FFF2-40B4-BE49-F238E27FC236}">
                <a16:creationId xmlns:a16="http://schemas.microsoft.com/office/drawing/2014/main" id="{858ADF9C-553E-D4C9-65AD-8E508EBA9E1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1528"/>
            <a:ext cx="1077946" cy="61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97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4515838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73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536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19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265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  <a:lvl2pPr>
              <a:defRPr sz="2800">
                <a:solidFill>
                  <a:schemeClr val="tx1"/>
                </a:solidFill>
                <a:latin typeface="+mn-lt"/>
              </a:defRPr>
            </a:lvl2pPr>
            <a:lvl3pPr>
              <a:defRPr sz="2400">
                <a:solidFill>
                  <a:schemeClr val="tx1"/>
                </a:solidFill>
                <a:latin typeface="+mn-lt"/>
              </a:defRPr>
            </a:lvl3pPr>
            <a:lvl4pPr>
              <a:defRPr sz="2000">
                <a:solidFill>
                  <a:schemeClr val="tx1"/>
                </a:solidFill>
                <a:latin typeface="+mn-lt"/>
              </a:defRPr>
            </a:lvl4pPr>
            <a:lvl5pPr>
              <a:defRPr sz="2000">
                <a:solidFill>
                  <a:schemeClr val="tx1"/>
                </a:solidFill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260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21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25281619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60477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Logo">
            <a:extLst>
              <a:ext uri="{FF2B5EF4-FFF2-40B4-BE49-F238E27FC236}">
                <a16:creationId xmlns:a16="http://schemas.microsoft.com/office/drawing/2014/main" id="{46EAA7A9-8D45-D916-28B6-4E361AADC7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6CEB9E9-6A9D-3D7F-1D7E-64C798429A2C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5" name="Picture 14" descr="Patch My PC">
            <a:extLst>
              <a:ext uri="{FF2B5EF4-FFF2-40B4-BE49-F238E27FC236}">
                <a16:creationId xmlns:a16="http://schemas.microsoft.com/office/drawing/2014/main" id="{8A4E9904-CB45-3E0E-696F-D3FD79268A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16" name="Picture 15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43C261DF-C273-8B85-7BEA-3CB1DD08C69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8" name="Picture 17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F8C63FAC-ABFA-70CE-8D89-D47ABA5CC26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1" name="Picture 20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9FF2E51-F7AB-D3B9-AABE-FB46DCC3885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A3AC7F1-3D93-C770-1878-626E260089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9F9C7F-8CDE-12F1-8DD9-E08040FCF1B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6F3F9D-B490-FA74-DF0D-405DAA79C43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CCDFE6E-1CB9-DA2B-8122-2426251CA44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E662A5E5-BEDF-2923-981A-FFD254ABA4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F655CF-14A9-3C76-FB5B-5E772726C55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30" name="Picture 29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E42350D-8F9C-893D-D40A-C58551699BA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31" name="Picture 30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9801BAC5-50DF-BA7A-DFD6-870E7DCE4D7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1DEC2DB-BCA7-3FE2-CB57-AB1B821F323F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2321056-273F-E68B-19D1-57AF101821FE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3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65651-282E-586C-B06B-5DB5D994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13A01-90A4-D2D1-24E8-69DD5F534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787"/>
            <a:ext cx="10515600" cy="4669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12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9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73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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0B1B4-6987-442E-8B11-D82B4992D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5E00-A27D-612F-8389-A5568AC2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61DDB-CC2B-D54B-7517-E715290C3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7999B-38B3-40EF-826B-655A64799C1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5C2E2-4322-B373-CCC7-8621FF671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BCAAE-4B09-81E1-1FAE-84D173487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1C39E-9AC5-4998-B89E-D6011DDB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7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62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90" r:id="rId12"/>
    <p:sldLayoutId id="2147483691" r:id="rId13"/>
    <p:sldLayoutId id="214748368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35.jpg"/><Relationship Id="rId7" Type="http://schemas.openxmlformats.org/officeDocument/2006/relationships/image" Target="../media/image39.jpe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B669-2341-DF39-C682-5CB469879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Onboard, Maintain, Destroy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06C1F-6D02-FA11-F860-B05CFAC0C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Secure Application Lifecycle</a:t>
            </a:r>
          </a:p>
        </p:txBody>
      </p:sp>
    </p:spTree>
    <p:extLst>
      <p:ext uri="{BB962C8B-B14F-4D97-AF65-F5344CB8AC3E}">
        <p14:creationId xmlns:p14="http://schemas.microsoft.com/office/powerpoint/2010/main" val="4018952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MMS sessions are 60-75 minutes followed by LONG Q&amp;A</a:t>
            </a:r>
          </a:p>
          <a:p>
            <a:r>
              <a:rPr lang="en-US" sz="2800" dirty="0"/>
              <a:t>Please hold detailed questions until that Q&amp;A starts</a:t>
            </a:r>
          </a:p>
          <a:p>
            <a:r>
              <a:rPr lang="en-US" sz="2800" dirty="0"/>
              <a:t>Feel free to ask clarification questions</a:t>
            </a:r>
          </a:p>
          <a:p>
            <a:r>
              <a:rPr lang="en-US" sz="2800" dirty="0"/>
              <a:t>Remind the speakers to use Zoom It when you can’t see</a:t>
            </a:r>
          </a:p>
        </p:txBody>
      </p:sp>
    </p:spTree>
    <p:extLst>
      <p:ext uri="{BB962C8B-B14F-4D97-AF65-F5344CB8AC3E}">
        <p14:creationId xmlns:p14="http://schemas.microsoft.com/office/powerpoint/2010/main" val="3743149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E25A340F-1F9B-DA96-FDB6-3299A6F777A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27412" y="1662310"/>
            <a:ext cx="2703513" cy="2538413"/>
          </a:xfrm>
        </p:spPr>
      </p:pic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62CD6E66-EAB9-E15A-71BD-FB2D4F9AE9A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1078" y="1662311"/>
            <a:ext cx="2496344" cy="234389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B68CD-CB12-32EF-1CFE-54C294C3E9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3999" y="4206239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Michael Escamilla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1E5CAD-23FE-A4D7-B096-3334A7D79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3168" y="4306151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Jim O’Neil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485DDC-10A4-A946-6EE8-700508002C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23999" y="5303520"/>
            <a:ext cx="4572000" cy="914400"/>
          </a:xfrm>
        </p:spPr>
        <p:txBody>
          <a:bodyPr/>
          <a:lstStyle/>
          <a:p>
            <a:r>
              <a:rPr lang="en-US" dirty="0" err="1"/>
              <a:t>fishingpreacher</a:t>
            </a:r>
            <a:endParaRPr lang="en-US" dirty="0"/>
          </a:p>
          <a:p>
            <a:r>
              <a:rPr lang="en-US" dirty="0"/>
              <a:t>in/Michael-a-</a:t>
            </a:r>
            <a:r>
              <a:rPr lang="en-US" dirty="0" err="1"/>
              <a:t>escamilla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C71F19-CB0D-6056-8B2E-7670D5A913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5999" y="5261408"/>
            <a:ext cx="4572000" cy="914400"/>
          </a:xfrm>
        </p:spPr>
        <p:txBody>
          <a:bodyPr>
            <a:normAutofit/>
          </a:bodyPr>
          <a:lstStyle/>
          <a:p>
            <a:r>
              <a:rPr lang="en-US" dirty="0"/>
              <a:t>jim.oneil@patchmypc.com </a:t>
            </a:r>
          </a:p>
          <a:p>
            <a:r>
              <a:rPr lang="en-US" dirty="0"/>
              <a:t> in/</a:t>
            </a:r>
            <a:r>
              <a:rPr lang="en-US" dirty="0" err="1"/>
              <a:t>jimtheengineer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280E57-51A9-979B-C838-5F016A209F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23999" y="4760396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Customer Engineer, PMPC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7177573-C298-FAF8-2140-0326B263D0A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9" y="4754880"/>
            <a:ext cx="4572000" cy="457200"/>
          </a:xfrm>
        </p:spPr>
        <p:txBody>
          <a:bodyPr/>
          <a:lstStyle/>
          <a:p>
            <a:r>
              <a:rPr lang="en-US" dirty="0"/>
              <a:t>Customer Engineer, PMPC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8996EC-1B12-11D5-4690-384F1FC419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5970" y="5710894"/>
            <a:ext cx="476250" cy="476250"/>
          </a:xfrm>
          <a:prstGeom prst="rect">
            <a:avLst/>
          </a:prstGeom>
        </p:spPr>
      </p:pic>
      <p:pic>
        <p:nvPicPr>
          <p:cNvPr id="16" name="Picture 15" descr="A blue face with black eyes&#10;&#10;AI-generated content may be incorrect.">
            <a:extLst>
              <a:ext uri="{FF2B5EF4-FFF2-40B4-BE49-F238E27FC236}">
                <a16:creationId xmlns:a16="http://schemas.microsoft.com/office/drawing/2014/main" id="{73517536-8553-459B-407E-879C70E9A5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924" y="5243120"/>
            <a:ext cx="475488" cy="4754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30E878-9BF7-6939-C50D-D08A60E466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3168" y="5212080"/>
            <a:ext cx="457240" cy="457240"/>
          </a:xfrm>
          <a:prstGeom prst="rect">
            <a:avLst/>
          </a:prstGeom>
        </p:spPr>
      </p:pic>
      <p:pic>
        <p:nvPicPr>
          <p:cNvPr id="12" name="Picture 4" descr="avatar for Jim O'Neil">
            <a:extLst>
              <a:ext uri="{FF2B5EF4-FFF2-40B4-BE49-F238E27FC236}">
                <a16:creationId xmlns:a16="http://schemas.microsoft.com/office/drawing/2014/main" id="{8114442A-C636-1FE8-E387-4158AAEE9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3" b="3053"/>
          <a:stretch>
            <a:fillRect/>
          </a:stretch>
        </p:blipFill>
        <p:spPr bwMode="auto">
          <a:xfrm>
            <a:off x="7027411" y="1573306"/>
            <a:ext cx="2835779" cy="2662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368561F-4ECD-0D25-D824-6DA700225C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7658" y="5650270"/>
            <a:ext cx="476250" cy="47625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2139E2C-90C6-DB55-7982-B1A7EE449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413" y="1662310"/>
            <a:ext cx="2578924" cy="257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782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Section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a little description here</a:t>
            </a:r>
          </a:p>
        </p:txBody>
      </p:sp>
    </p:spTree>
    <p:extLst>
      <p:ext uri="{BB962C8B-B14F-4D97-AF65-F5344CB8AC3E}">
        <p14:creationId xmlns:p14="http://schemas.microsoft.com/office/powerpoint/2010/main" val="2279942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54686-E403-224A-570D-6AD1962F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Navigating Third-Party App Onboarding: Our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7C443-A519-CA6C-F515-F098DE1D8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616" y="2461944"/>
            <a:ext cx="10515600" cy="4669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This presentation will guide us through a strategic framework for managing third-party applications from initial request to retirement. We will move beyond just the technical installation and focus on a collaborative, risk-aware approach.</a:t>
            </a:r>
          </a:p>
        </p:txBody>
      </p:sp>
    </p:spTree>
    <p:extLst>
      <p:ext uri="{BB962C8B-B14F-4D97-AF65-F5344CB8AC3E}">
        <p14:creationId xmlns:p14="http://schemas.microsoft.com/office/powerpoint/2010/main" val="2692478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C06B5-4F51-2418-A308-5FD0A5A3B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7144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en-US" dirty="0"/>
              <a:t>Key Discussion Points: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74685-D316-89A9-CE8B-107CAF868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The Onboarding Challenge:</a:t>
            </a:r>
            <a:r>
              <a:rPr lang="en-US" dirty="0"/>
              <a:t> Why a streamlined process is critical for security and efficiency.</a:t>
            </a:r>
          </a:p>
          <a:p>
            <a:r>
              <a:rPr lang="en-US" b="1" dirty="0"/>
              <a:t>Our Four-Pillar Approval Framework:</a:t>
            </a:r>
            <a:r>
              <a:rPr lang="en-US" dirty="0"/>
              <a:t> A look at the key teams involved—</a:t>
            </a:r>
            <a:r>
              <a:rPr lang="en-US" b="1" dirty="0"/>
              <a:t>Architecture, Security, Procurement, and Legal</a:t>
            </a:r>
            <a:r>
              <a:rPr lang="en-US" dirty="0"/>
              <a:t>—and their roles in the decision-making process.</a:t>
            </a:r>
          </a:p>
          <a:p>
            <a:r>
              <a:rPr lang="en-US" b="1" dirty="0"/>
              <a:t>Technical Deep Dive:</a:t>
            </a:r>
            <a:r>
              <a:rPr lang="en-US" dirty="0"/>
              <a:t> Specific considerations for different software types, including the unique risks of </a:t>
            </a:r>
            <a:r>
              <a:rPr lang="en-US" b="1" dirty="0"/>
              <a:t>AI and LLMs</a:t>
            </a:r>
            <a:r>
              <a:rPr lang="en-US" dirty="0"/>
              <a:t>.</a:t>
            </a:r>
          </a:p>
          <a:p>
            <a:r>
              <a:rPr lang="en-US" b="1" dirty="0"/>
              <a:t>Beyond the Install:</a:t>
            </a:r>
            <a:r>
              <a:rPr lang="en-US" dirty="0"/>
              <a:t> What happens after a tool is approved, including </a:t>
            </a:r>
            <a:r>
              <a:rPr lang="en-US" b="1" dirty="0"/>
              <a:t>lifecycle management</a:t>
            </a:r>
            <a:r>
              <a:rPr lang="en-US" dirty="0"/>
              <a:t> and </a:t>
            </a:r>
            <a:r>
              <a:rPr lang="en-US" b="1" dirty="0"/>
              <a:t>continuous monitoring</a:t>
            </a:r>
            <a:r>
              <a:rPr lang="en-US" dirty="0"/>
              <a:t>.</a:t>
            </a:r>
          </a:p>
          <a:p>
            <a:r>
              <a:rPr lang="en-US" b="1" dirty="0"/>
              <a:t>Tools and Automation:</a:t>
            </a:r>
            <a:r>
              <a:rPr lang="en-US" dirty="0"/>
              <a:t> How we can use technology to make our process more efficient.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210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54686-E403-224A-570D-6AD1962F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– “Launch the Boat”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7C443-A519-CA6C-F515-F098DE1D8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Applications are the backbone of enterprise operations, yet onboarding third-party solutions introduces significant risks; security breaches, compliance failures, and operational inefficiencies. </a:t>
            </a:r>
          </a:p>
          <a:p>
            <a:r>
              <a:rPr lang="en-US" dirty="0"/>
              <a:t>While other sessions this week cover installation, deployment, and updates, we’ll focus on a critical first step: establishing robust onboarding processes. Who approves applications for use in enterprise environments? Who ensures compliance with licensing terms and verifies code security for your endpoints? </a:t>
            </a:r>
          </a:p>
          <a:p>
            <a:r>
              <a:rPr lang="en-US" dirty="0"/>
              <a:t>In this session, we won’t offer a one-size-fits-all solution but will empower you to build a tailored framework that strengthens security and compliance in your organization.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588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6BC2B6-AE2C-3E1D-788D-592ABCDC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win at life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050AF-7D60-7B16-0E17-6467A67E5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According to Brian</a:t>
            </a:r>
          </a:p>
        </p:txBody>
      </p:sp>
    </p:spTree>
    <p:extLst>
      <p:ext uri="{BB962C8B-B14F-4D97-AF65-F5344CB8AC3E}">
        <p14:creationId xmlns:p14="http://schemas.microsoft.com/office/powerpoint/2010/main" val="2998567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C68930-3139-A8F7-E01D-4BD443990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Don't Cross The Streams!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1B598A-CB65-7993-3FCF-42623BB7A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for this year: LIGHT MODE</a:t>
            </a:r>
          </a:p>
          <a:p>
            <a:r>
              <a:rPr lang="en-US" dirty="0"/>
              <a:t>Use one or the other; NOT BOTH.</a:t>
            </a:r>
          </a:p>
          <a:p>
            <a:r>
              <a:rPr lang="en-US" dirty="0"/>
              <a:t>Session Title, Save the Dates, and Q&amp;A are</a:t>
            </a:r>
            <a:br>
              <a:rPr lang="en-US" dirty="0"/>
            </a:br>
            <a:r>
              <a:rPr lang="en-US" dirty="0"/>
              <a:t>the same regardless of mode.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E6863F-86EC-D616-7685-E6B5EA620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597" y="1700814"/>
            <a:ext cx="3582228" cy="438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382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C4865-A8EA-DE9B-A9E4-A479B9FE52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702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781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530864"/>
      </p:ext>
    </p:extLst>
  </p:cSld>
  <p:clrMapOvr>
    <a:masterClrMapping/>
  </p:clrMapOvr>
</p:sld>
</file>

<file path=ppt/theme/theme1.xml><?xml version="1.0" encoding="utf-8"?>
<a:theme xmlns:a="http://schemas.openxmlformats.org/drawingml/2006/main" name="Dark Mod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MS 2026 at MOA.potx" id="{D8842C19-AA0D-435F-9EEB-FA31630ABB9B}" vid="{B3EE2789-FD7D-46D1-B302-E8985430D9C8}"/>
    </a:ext>
  </a:extLst>
</a:theme>
</file>

<file path=ppt/theme/theme2.xml><?xml version="1.0" encoding="utf-8"?>
<a:theme xmlns:a="http://schemas.openxmlformats.org/drawingml/2006/main" name="Light Mo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MS 2026 at MOA.potx" id="{D8842C19-AA0D-435F-9EEB-FA31630ABB9B}" vid="{5142D9BD-4495-4882-B39B-A8686CD3B06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4c1987-0261-432a-b2ef-a9da39f1b5e2">
      <Terms xmlns="http://schemas.microsoft.com/office/infopath/2007/PartnerControls"/>
    </lcf76f155ced4ddcb4097134ff3c332f>
    <TaxCatchAll xmlns="0f628621-369a-46c7-83bd-de17ca40753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6787FB9552CF40BFF026EAAC52FBCA" ma:contentTypeVersion="20" ma:contentTypeDescription="Create a new document." ma:contentTypeScope="" ma:versionID="edddbbb644e7c0bd6adf7ea50799224d">
  <xsd:schema xmlns:xsd="http://www.w3.org/2001/XMLSchema" xmlns:xs="http://www.w3.org/2001/XMLSchema" xmlns:p="http://schemas.microsoft.com/office/2006/metadata/properties" xmlns:ns2="0f628621-369a-46c7-83bd-de17ca407533" xmlns:ns3="994c1987-0261-432a-b2ef-a9da39f1b5e2" targetNamespace="http://schemas.microsoft.com/office/2006/metadata/properties" ma:root="true" ma:fieldsID="49108ad5585ca2305a1dbbeb1151d3a3" ns2:_="" ns3:_="">
    <xsd:import namespace="0f628621-369a-46c7-83bd-de17ca407533"/>
    <xsd:import namespace="994c1987-0261-432a-b2ef-a9da39f1b5e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628621-369a-46c7-83bd-de17ca40753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  <xsd:element name="TaxCatchAll" ma:index="23" nillable="true" ma:displayName="Taxonomy Catch All Column" ma:hidden="true" ma:list="{373337a8-41f0-47ae-895f-b179ccc8878d}" ma:internalName="TaxCatchAll" ma:showField="CatchAllData" ma:web="0f628621-369a-46c7-83bd-de17ca4075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4c1987-0261-432a-b2ef-a9da39f1b5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4f3eb32-8128-4a7e-868e-0456b78e6e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B99CDF-4DD1-4BCA-94A9-937C9978E9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E0B4D4-529D-4984-8525-2DCCA1BEFF9D}">
  <ds:schemaRefs>
    <ds:schemaRef ds:uri="994c1987-0261-432a-b2ef-a9da39f1b5e2"/>
    <ds:schemaRef ds:uri="http://schemas.openxmlformats.org/package/2006/metadata/core-properties"/>
    <ds:schemaRef ds:uri="0f628621-369a-46c7-83bd-de17ca407533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2549C15-4E42-4D07-A4DB-8ECA1C2B5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628621-369a-46c7-83bd-de17ca407533"/>
    <ds:schemaRef ds:uri="994c1987-0261-432a-b2ef-a9da39f1b5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MMS  at MOA</Template>
  <TotalTime>11</TotalTime>
  <Words>389</Words>
  <Application>Microsoft Office PowerPoint</Application>
  <PresentationFormat>Widescreen</PresentationFormat>
  <Paragraphs>35</Paragraphs>
  <Slides>12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Wingdings</vt:lpstr>
      <vt:lpstr>Dark Mode</vt:lpstr>
      <vt:lpstr>Light Mode</vt:lpstr>
      <vt:lpstr>Onboard, Maintain, Destroy</vt:lpstr>
      <vt:lpstr>Attention</vt:lpstr>
      <vt:lpstr>PowerPoint Presentation</vt:lpstr>
      <vt:lpstr>The First Section</vt:lpstr>
      <vt:lpstr>Navigating Third-Party App Onboarding: Our Agenda</vt:lpstr>
      <vt:lpstr>Key Discussion Points: </vt:lpstr>
      <vt:lpstr>Welcome – “Launch the Boat”</vt:lpstr>
      <vt:lpstr>How to win at life</vt:lpstr>
      <vt:lpstr>Don't Cross The Streams!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MMS 2026 at MOA</dc:subject>
  <dc:creator>Jim O'Neil</dc:creator>
  <cp:lastModifiedBy>Jim O'Neil</cp:lastModifiedBy>
  <cp:revision>2</cp:revision>
  <dcterms:created xsi:type="dcterms:W3CDTF">2026-04-14T00:07:31Z</dcterms:created>
  <dcterms:modified xsi:type="dcterms:W3CDTF">2026-04-14T00:19:21Z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0x010100066787FB9552CF40BFF026EAAC52FBCA</vt:lpwstr>
  </property>
  <property fmtid="{D5CDD505-2E9C-101B-9397-08002B2CF9AE}" pid="3" name="MediaServiceImageTags">
    <vt:lpwstr/>
  </property>
</Properties>
</file>