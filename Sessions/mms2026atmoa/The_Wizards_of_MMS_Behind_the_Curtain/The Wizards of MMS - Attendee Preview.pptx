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7"/>
  </p:handoutMasterIdLst>
  <p:sldIdLst>
    <p:sldId id="256" r:id="rId6"/>
    <p:sldId id="264" r:id="rId7"/>
    <p:sldId id="260" r:id="rId8"/>
    <p:sldId id="270" r:id="rId9"/>
    <p:sldId id="271" r:id="rId10"/>
    <p:sldId id="258" r:id="rId11"/>
    <p:sldId id="267" r:id="rId12"/>
    <p:sldId id="268" r:id="rId13"/>
    <p:sldId id="259" r:id="rId14"/>
    <p:sldId id="263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70"/>
            <p14:sldId id="271"/>
            <p14:sldId id="258"/>
            <p14:sldId id="267"/>
            <p14:sldId id="268"/>
            <p14:sldId id="259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E307E-D39F-4B6E-BB77-DEF34C487643}" v="360" dt="2026-04-09T00:56:57.706"/>
    <p1510:client id="{FEEA1ECE-1E94-418B-ABFA-B393AB7F2404}" v="2" dt="2026-04-08T20:05:47.216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2" autoAdjust="0"/>
  </p:normalViewPr>
  <p:slideViewPr>
    <p:cSldViewPr snapToGrid="0">
      <p:cViewPr varScale="1">
        <p:scale>
          <a:sx n="153" d="100"/>
          <a:sy n="153" d="100"/>
        </p:scale>
        <p:origin x="600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77E307E-D39F-4B6E-BB77-DEF34C487643}"/>
    <pc:docChg chg="addSld delSld modSld sldOrd modSection">
      <pc:chgData name="Guest User" userId="" providerId="Windows Live" clId="Web-{177E307E-D39F-4B6E-BB77-DEF34C487643}" dt="2026-04-09T00:56:57.706" v="353" actId="20577"/>
      <pc:docMkLst>
        <pc:docMk/>
      </pc:docMkLst>
      <pc:sldChg chg="modSp new ord">
        <pc:chgData name="Guest User" userId="" providerId="Windows Live" clId="Web-{177E307E-D39F-4B6E-BB77-DEF34C487643}" dt="2026-04-09T00:30:00.964" v="9" actId="20577"/>
        <pc:sldMkLst>
          <pc:docMk/>
          <pc:sldMk cId="1523607544" sldId="270"/>
        </pc:sldMkLst>
        <pc:spChg chg="mod">
          <ac:chgData name="Guest User" userId="" providerId="Windows Live" clId="Web-{177E307E-D39F-4B6E-BB77-DEF34C487643}" dt="2026-04-09T00:30:00.964" v="9" actId="20577"/>
          <ac:spMkLst>
            <pc:docMk/>
            <pc:sldMk cId="1523607544" sldId="270"/>
            <ac:spMk id="2" creationId="{5E2AB8FE-C0AA-0B7D-748D-97C79F73E259}"/>
          </ac:spMkLst>
        </pc:spChg>
      </pc:sldChg>
      <pc:sldChg chg="addSp delSp modSp new add del mod modClrScheme chgLayout">
        <pc:chgData name="Guest User" userId="" providerId="Windows Live" clId="Web-{177E307E-D39F-4B6E-BB77-DEF34C487643}" dt="2026-04-09T00:56:57.706" v="353" actId="20577"/>
        <pc:sldMkLst>
          <pc:docMk/>
          <pc:sldMk cId="2413421380" sldId="271"/>
        </pc:sldMkLst>
        <pc:spChg chg="mod ord">
          <ac:chgData name="Guest User" userId="" providerId="Windows Live" clId="Web-{177E307E-D39F-4B6E-BB77-DEF34C487643}" dt="2026-04-09T00:30:17.839" v="14" actId="20577"/>
          <ac:spMkLst>
            <pc:docMk/>
            <pc:sldMk cId="2413421380" sldId="271"/>
            <ac:spMk id="2" creationId="{B2BFC7B1-8ADB-81FA-26EC-0914C6FF63B0}"/>
          </ac:spMkLst>
        </pc:spChg>
        <pc:spChg chg="del mod ord">
          <ac:chgData name="Guest User" userId="" providerId="Windows Live" clId="Web-{177E307E-D39F-4B6E-BB77-DEF34C487643}" dt="2026-04-09T00:30:23.824" v="15"/>
          <ac:spMkLst>
            <pc:docMk/>
            <pc:sldMk cId="2413421380" sldId="271"/>
            <ac:spMk id="3" creationId="{3605CC07-836B-7789-5DC0-97237D23AEE0}"/>
          </ac:spMkLst>
        </pc:spChg>
        <pc:spChg chg="add mod">
          <ac:chgData name="Guest User" userId="" providerId="Windows Live" clId="Web-{177E307E-D39F-4B6E-BB77-DEF34C487643}" dt="2026-04-09T00:56:57.706" v="353" actId="20577"/>
          <ac:spMkLst>
            <pc:docMk/>
            <pc:sldMk cId="2413421380" sldId="271"/>
            <ac:spMk id="4" creationId="{6B08535D-5185-1850-488D-F16CC1B262AC}"/>
          </ac:spMkLst>
        </pc:spChg>
        <pc:spChg chg="add del">
          <ac:chgData name="Guest User" userId="" providerId="Windows Live" clId="Web-{177E307E-D39F-4B6E-BB77-DEF34C487643}" dt="2026-04-09T00:30:59.464" v="20"/>
          <ac:spMkLst>
            <pc:docMk/>
            <pc:sldMk cId="2413421380" sldId="271"/>
            <ac:spMk id="5" creationId="{440471C1-448F-C2F2-7A3B-AB3CBD14960C}"/>
          </ac:spMkLst>
        </pc:spChg>
        <pc:spChg chg="add mod">
          <ac:chgData name="Guest User" userId="" providerId="Windows Live" clId="Web-{177E307E-D39F-4B6E-BB77-DEF34C487643}" dt="2026-04-09T00:41:37.414" v="211" actId="1076"/>
          <ac:spMkLst>
            <pc:docMk/>
            <pc:sldMk cId="2413421380" sldId="271"/>
            <ac:spMk id="6" creationId="{D9DF9442-2A0E-8F23-324E-49BE61A87C76}"/>
          </ac:spMkLst>
        </pc:spChg>
        <pc:spChg chg="add mod">
          <ac:chgData name="Guest User" userId="" providerId="Windows Live" clId="Web-{177E307E-D39F-4B6E-BB77-DEF34C487643}" dt="2026-04-09T00:41:37.430" v="212" actId="1076"/>
          <ac:spMkLst>
            <pc:docMk/>
            <pc:sldMk cId="2413421380" sldId="271"/>
            <ac:spMk id="7" creationId="{B0988B8C-995F-F6A7-F29E-6497561755C0}"/>
          </ac:spMkLst>
        </pc:spChg>
        <pc:spChg chg="add mod">
          <ac:chgData name="Guest User" userId="" providerId="Windows Live" clId="Web-{177E307E-D39F-4B6E-BB77-DEF34C487643}" dt="2026-04-09T00:41:37.430" v="213" actId="1076"/>
          <ac:spMkLst>
            <pc:docMk/>
            <pc:sldMk cId="2413421380" sldId="271"/>
            <ac:spMk id="8" creationId="{776EFFD9-5ADC-1357-7266-9D96B95AE690}"/>
          </ac:spMkLst>
        </pc:spChg>
        <pc:spChg chg="add mod">
          <ac:chgData name="Guest User" userId="" providerId="Windows Live" clId="Web-{177E307E-D39F-4B6E-BB77-DEF34C487643}" dt="2026-04-09T00:41:37.446" v="214" actId="1076"/>
          <ac:spMkLst>
            <pc:docMk/>
            <pc:sldMk cId="2413421380" sldId="271"/>
            <ac:spMk id="9" creationId="{072A6EB1-6F95-DF77-324E-CE2D2DA3E6D5}"/>
          </ac:spMkLst>
        </pc:spChg>
        <pc:spChg chg="add mod">
          <ac:chgData name="Guest User" userId="" providerId="Windows Live" clId="Web-{177E307E-D39F-4B6E-BB77-DEF34C487643}" dt="2026-04-09T00:41:37.446" v="215" actId="1076"/>
          <ac:spMkLst>
            <pc:docMk/>
            <pc:sldMk cId="2413421380" sldId="271"/>
            <ac:spMk id="10" creationId="{1F320DA2-5590-C39B-8E60-49866574D858}"/>
          </ac:spMkLst>
        </pc:spChg>
        <pc:spChg chg="add mod">
          <ac:chgData name="Guest User" userId="" providerId="Windows Live" clId="Web-{177E307E-D39F-4B6E-BB77-DEF34C487643}" dt="2026-04-09T00:41:37.461" v="216" actId="1076"/>
          <ac:spMkLst>
            <pc:docMk/>
            <pc:sldMk cId="2413421380" sldId="271"/>
            <ac:spMk id="11" creationId="{44D3E4AF-BE51-89C3-3C4E-5754D5A31737}"/>
          </ac:spMkLst>
        </pc:spChg>
        <pc:spChg chg="add mod">
          <ac:chgData name="Guest User" userId="" providerId="Windows Live" clId="Web-{177E307E-D39F-4B6E-BB77-DEF34C487643}" dt="2026-04-09T00:41:37.461" v="217" actId="1076"/>
          <ac:spMkLst>
            <pc:docMk/>
            <pc:sldMk cId="2413421380" sldId="271"/>
            <ac:spMk id="12" creationId="{95A0BE21-56DD-C2E5-BC1A-31D71EFDEE3F}"/>
          </ac:spMkLst>
        </pc:spChg>
        <pc:spChg chg="add mod">
          <ac:chgData name="Guest User" userId="" providerId="Windows Live" clId="Web-{177E307E-D39F-4B6E-BB77-DEF34C487643}" dt="2026-04-09T00:43:23.430" v="266" actId="20577"/>
          <ac:spMkLst>
            <pc:docMk/>
            <pc:sldMk cId="2413421380" sldId="271"/>
            <ac:spMk id="13" creationId="{490199D7-F28E-56B5-CF86-A0C81555CC03}"/>
          </ac:spMkLst>
        </pc:spChg>
        <pc:spChg chg="add mod">
          <ac:chgData name="Guest User" userId="" providerId="Windows Live" clId="Web-{177E307E-D39F-4B6E-BB77-DEF34C487643}" dt="2026-04-09T00:46:40.898" v="303" actId="1076"/>
          <ac:spMkLst>
            <pc:docMk/>
            <pc:sldMk cId="2413421380" sldId="271"/>
            <ac:spMk id="14" creationId="{CB4FA011-AC4D-1296-9D6B-015B25DFF742}"/>
          </ac:spMkLst>
        </pc:spChg>
        <pc:spChg chg="add mod">
          <ac:chgData name="Guest User" userId="" providerId="Windows Live" clId="Web-{177E307E-D39F-4B6E-BB77-DEF34C487643}" dt="2026-04-09T00:56:15.972" v="336" actId="20577"/>
          <ac:spMkLst>
            <pc:docMk/>
            <pc:sldMk cId="2413421380" sldId="271"/>
            <ac:spMk id="15" creationId="{9F9E07B0-8F8B-BB37-51BB-705174C1B31B}"/>
          </ac:spMkLst>
        </pc:spChg>
        <pc:spChg chg="add mod">
          <ac:chgData name="Guest User" userId="" providerId="Windows Live" clId="Web-{177E307E-D39F-4B6E-BB77-DEF34C487643}" dt="2026-04-09T00:36:31.165" v="135" actId="1076"/>
          <ac:spMkLst>
            <pc:docMk/>
            <pc:sldMk cId="2413421380" sldId="271"/>
            <ac:spMk id="17" creationId="{1243B094-1AD6-4239-554A-5CC7941AC2D2}"/>
          </ac:spMkLst>
        </pc:spChg>
        <pc:spChg chg="mod">
          <ac:chgData name="Guest User" userId="" providerId="Windows Live" clId="Web-{177E307E-D39F-4B6E-BB77-DEF34C487643}" dt="2026-04-09T00:36:44.946" v="139" actId="20577"/>
          <ac:spMkLst>
            <pc:docMk/>
            <pc:sldMk cId="2413421380" sldId="271"/>
            <ac:spMk id="21" creationId="{37942DA3-27AD-CF03-FF4E-B075C6C7522E}"/>
          </ac:spMkLst>
        </pc:spChg>
        <pc:spChg chg="add mod">
          <ac:chgData name="Guest User" userId="" providerId="Windows Live" clId="Web-{177E307E-D39F-4B6E-BB77-DEF34C487643}" dt="2026-04-09T00:43:02.336" v="256" actId="20577"/>
          <ac:spMkLst>
            <pc:docMk/>
            <pc:sldMk cId="2413421380" sldId="271"/>
            <ac:spMk id="22" creationId="{C746492C-8038-A982-062D-B05C6F11B7EA}"/>
          </ac:spMkLst>
        </pc:spChg>
        <pc:spChg chg="add del mod">
          <ac:chgData name="Guest User" userId="" providerId="Windows Live" clId="Web-{177E307E-D39F-4B6E-BB77-DEF34C487643}" dt="2026-04-09T00:44:57.820" v="282"/>
          <ac:spMkLst>
            <pc:docMk/>
            <pc:sldMk cId="2413421380" sldId="271"/>
            <ac:spMk id="24" creationId="{2B6F208D-1594-7145-A6C8-EB6C7D31AF87}"/>
          </ac:spMkLst>
        </pc:spChg>
        <pc:spChg chg="add del mod">
          <ac:chgData name="Guest User" userId="" providerId="Windows Live" clId="Web-{177E307E-D39F-4B6E-BB77-DEF34C487643}" dt="2026-04-09T00:44:58.554" v="283"/>
          <ac:spMkLst>
            <pc:docMk/>
            <pc:sldMk cId="2413421380" sldId="271"/>
            <ac:spMk id="25" creationId="{A6FACFE5-9914-02C3-4FB9-E986B8A0ED0B}"/>
          </ac:spMkLst>
        </pc:spChg>
        <pc:spChg chg="add del mod">
          <ac:chgData name="Guest User" userId="" providerId="Windows Live" clId="Web-{177E307E-D39F-4B6E-BB77-DEF34C487643}" dt="2026-04-09T00:44:57.304" v="281"/>
          <ac:spMkLst>
            <pc:docMk/>
            <pc:sldMk cId="2413421380" sldId="271"/>
            <ac:spMk id="26" creationId="{41EBB180-D4EA-7438-5723-2B0A7726F5D6}"/>
          </ac:spMkLst>
        </pc:spChg>
        <pc:spChg chg="add del mod">
          <ac:chgData name="Guest User" userId="" providerId="Windows Live" clId="Web-{177E307E-D39F-4B6E-BB77-DEF34C487643}" dt="2026-04-09T00:44:56.695" v="280"/>
          <ac:spMkLst>
            <pc:docMk/>
            <pc:sldMk cId="2413421380" sldId="271"/>
            <ac:spMk id="27" creationId="{FE49D024-1479-4139-7F2B-296F2396BED3}"/>
          </ac:spMkLst>
        </pc:spChg>
        <pc:spChg chg="add del mod">
          <ac:chgData name="Guest User" userId="" providerId="Windows Live" clId="Web-{177E307E-D39F-4B6E-BB77-DEF34C487643}" dt="2026-04-09T00:46:35.086" v="302"/>
          <ac:spMkLst>
            <pc:docMk/>
            <pc:sldMk cId="2413421380" sldId="271"/>
            <ac:spMk id="28" creationId="{9511E007-0CF6-570D-ACBC-CCC2E949C769}"/>
          </ac:spMkLst>
        </pc:spChg>
        <pc:grpChg chg="add mod">
          <ac:chgData name="Guest User" userId="" providerId="Windows Live" clId="Web-{177E307E-D39F-4B6E-BB77-DEF34C487643}" dt="2026-04-09T00:42:23.149" v="232" actId="1076"/>
          <ac:grpSpMkLst>
            <pc:docMk/>
            <pc:sldMk cId="2413421380" sldId="271"/>
            <ac:grpSpMk id="18" creationId="{132BAE38-9ABF-9489-5F01-6773C1D56656}"/>
          </ac:grpSpMkLst>
        </pc:grpChg>
        <pc:grpChg chg="add mod">
          <ac:chgData name="Guest User" userId="" providerId="Windows Live" clId="Web-{177E307E-D39F-4B6E-BB77-DEF34C487643}" dt="2026-04-09T00:42:23.164" v="233" actId="1076"/>
          <ac:grpSpMkLst>
            <pc:docMk/>
            <pc:sldMk cId="2413421380" sldId="271"/>
            <ac:grpSpMk id="19" creationId="{CD3BC31A-03DA-650D-9DC1-39E984F784E9}"/>
          </ac:grpSpMkLst>
        </pc:grpChg>
        <pc:picChg chg="add mod ord">
          <ac:chgData name="Guest User" userId="" providerId="Windows Live" clId="Web-{177E307E-D39F-4B6E-BB77-DEF34C487643}" dt="2026-04-09T00:45:21.789" v="288"/>
          <ac:picMkLst>
            <pc:docMk/>
            <pc:sldMk cId="2413421380" sldId="271"/>
            <ac:picMk id="16" creationId="{772EC64C-BEE7-2D9E-B9DA-289B67536DA1}"/>
          </ac:picMkLst>
        </pc:picChg>
        <pc:cxnChg chg="add del">
          <ac:chgData name="Guest User" userId="" providerId="Windows Live" clId="Web-{177E307E-D39F-4B6E-BB77-DEF34C487643}" dt="2026-04-09T00:38:46.131" v="169"/>
          <ac:cxnSpMkLst>
            <pc:docMk/>
            <pc:sldMk cId="2413421380" sldId="271"/>
            <ac:cxnSpMk id="23" creationId="{C9C09DD2-8F25-88BF-1360-8B778F00D941}"/>
          </ac:cxnSpMkLst>
        </pc:cxnChg>
        <pc:cxnChg chg="add mod ord">
          <ac:chgData name="Guest User" userId="" providerId="Windows Live" clId="Web-{177E307E-D39F-4B6E-BB77-DEF34C487643}" dt="2026-04-09T00:46:45.304" v="304" actId="14100"/>
          <ac:cxnSpMkLst>
            <pc:docMk/>
            <pc:sldMk cId="2413421380" sldId="271"/>
            <ac:cxnSpMk id="29" creationId="{A88B4201-592E-6375-43BC-AEDC2C6062CA}"/>
          </ac:cxnSpMkLst>
        </pc:cxnChg>
        <pc:cxnChg chg="add mod ord">
          <ac:chgData name="Guest User" userId="" providerId="Windows Live" clId="Web-{177E307E-D39F-4B6E-BB77-DEF34C487643}" dt="2026-04-09T00:45:44.804" v="291" actId="14100"/>
          <ac:cxnSpMkLst>
            <pc:docMk/>
            <pc:sldMk cId="2413421380" sldId="271"/>
            <ac:cxnSpMk id="30" creationId="{433A12F4-1955-A250-D770-681D25725A9E}"/>
          </ac:cxnSpMkLst>
        </pc:cxnChg>
        <pc:cxnChg chg="add mod">
          <ac:chgData name="Guest User" userId="" providerId="Windows Live" clId="Web-{177E307E-D39F-4B6E-BB77-DEF34C487643}" dt="2026-04-09T00:46:00.132" v="294" actId="14100"/>
          <ac:cxnSpMkLst>
            <pc:docMk/>
            <pc:sldMk cId="2413421380" sldId="271"/>
            <ac:cxnSpMk id="31" creationId="{C7D05FA4-A1C9-FD5A-1F6C-238CD428F0E7}"/>
          </ac:cxnSpMkLst>
        </pc:cxnChg>
        <pc:cxnChg chg="add mod">
          <ac:chgData name="Guest User" userId="" providerId="Windows Live" clId="Web-{177E307E-D39F-4B6E-BB77-DEF34C487643}" dt="2026-04-09T00:46:20.523" v="298" actId="1076"/>
          <ac:cxnSpMkLst>
            <pc:docMk/>
            <pc:sldMk cId="2413421380" sldId="271"/>
            <ac:cxnSpMk id="32" creationId="{B659AD9A-45BF-02E1-952A-03B50B4FFBBD}"/>
          </ac:cxnSpMkLst>
        </pc:cxnChg>
        <pc:cxnChg chg="add mod">
          <ac:chgData name="Guest User" userId="" providerId="Windows Live" clId="Web-{177E307E-D39F-4B6E-BB77-DEF34C487643}" dt="2026-04-09T00:46:49.929" v="305" actId="14100"/>
          <ac:cxnSpMkLst>
            <pc:docMk/>
            <pc:sldMk cId="2413421380" sldId="271"/>
            <ac:cxnSpMk id="33" creationId="{3C76AC06-46DE-6B8C-236E-35C4CB36B8CB}"/>
          </ac:cxnSpMkLst>
        </pc:cxnChg>
        <pc:cxnChg chg="ord">
          <ac:chgData name="Guest User" userId="" providerId="Windows Live" clId="Web-{177E307E-D39F-4B6E-BB77-DEF34C487643}" dt="2026-04-09T00:56:35.847" v="337"/>
          <ac:cxnSpMkLst>
            <pc:docMk/>
            <pc:sldMk cId="2413421380" sldId="271"/>
            <ac:cxnSpMk id="71" creationId="{D7B6DD6B-15F5-B451-600F-D4230B50AC96}"/>
          </ac:cxnSpMkLst>
        </pc:cxnChg>
      </pc:sldChg>
      <pc:sldChg chg="add del">
        <pc:chgData name="Guest User" userId="" providerId="Windows Live" clId="Web-{177E307E-D39F-4B6E-BB77-DEF34C487643}" dt="2026-04-09T00:55:46.894" v="309"/>
        <pc:sldMkLst>
          <pc:docMk/>
          <pc:sldMk cId="1106741508" sldId="272"/>
        </pc:sldMkLst>
      </pc:sldChg>
    </pc:docChg>
  </pc:docChgLst>
  <pc:docChgLst>
    <pc:chgData name="Scott Corio" userId="dbe1492c70b6d8a8" providerId="LiveId" clId="{C0A32B92-FFB3-4116-9370-C21BA5ED7C08}"/>
    <pc:docChg chg="custSel addSld delSld modSld modSection">
      <pc:chgData name="Scott Corio" userId="dbe1492c70b6d8a8" providerId="LiveId" clId="{C0A32B92-FFB3-4116-9370-C21BA5ED7C08}" dt="2026-04-09T12:40:40.218" v="606" actId="20577"/>
      <pc:docMkLst>
        <pc:docMk/>
      </pc:docMkLst>
      <pc:sldChg chg="modSp mod">
        <pc:chgData name="Scott Corio" userId="dbe1492c70b6d8a8" providerId="LiveId" clId="{C0A32B92-FFB3-4116-9370-C21BA5ED7C08}" dt="2026-04-09T12:40:40.218" v="606" actId="20577"/>
        <pc:sldMkLst>
          <pc:docMk/>
          <pc:sldMk cId="4018952155" sldId="256"/>
        </pc:sldMkLst>
        <pc:spChg chg="mod">
          <ac:chgData name="Scott Corio" userId="dbe1492c70b6d8a8" providerId="LiveId" clId="{C0A32B92-FFB3-4116-9370-C21BA5ED7C08}" dt="2026-04-09T12:39:18.656" v="511" actId="20577"/>
          <ac:spMkLst>
            <pc:docMk/>
            <pc:sldMk cId="4018952155" sldId="256"/>
            <ac:spMk id="2" creationId="{2313B669-2341-DF39-C682-5CB469879095}"/>
          </ac:spMkLst>
        </pc:spChg>
        <pc:spChg chg="mod">
          <ac:chgData name="Scott Corio" userId="dbe1492c70b6d8a8" providerId="LiveId" clId="{C0A32B92-FFB3-4116-9370-C21BA5ED7C08}" dt="2026-04-09T12:40:40.218" v="606" actId="20577"/>
          <ac:spMkLst>
            <pc:docMk/>
            <pc:sldMk cId="4018952155" sldId="256"/>
            <ac:spMk id="3" creationId="{B7806C1F-6D02-FA11-F860-B05CFAC0C160}"/>
          </ac:spMkLst>
        </pc:spChg>
      </pc:sldChg>
      <pc:sldChg chg="del">
        <pc:chgData name="Scott Corio" userId="dbe1492c70b6d8a8" providerId="LiveId" clId="{C0A32B92-FFB3-4116-9370-C21BA5ED7C08}" dt="2026-04-08T20:13:54.008" v="161" actId="47"/>
        <pc:sldMkLst>
          <pc:docMk/>
          <pc:sldMk cId="2692478915" sldId="257"/>
        </pc:sldMkLst>
      </pc:sldChg>
      <pc:sldChg chg="modSp mod">
        <pc:chgData name="Scott Corio" userId="dbe1492c70b6d8a8" providerId="LiveId" clId="{C0A32B92-FFB3-4116-9370-C21BA5ED7C08}" dt="2026-04-08T20:14:32.348" v="202" actId="20577"/>
        <pc:sldMkLst>
          <pc:docMk/>
          <pc:sldMk cId="2279942714" sldId="258"/>
        </pc:sldMkLst>
        <pc:spChg chg="mod">
          <ac:chgData name="Scott Corio" userId="dbe1492c70b6d8a8" providerId="LiveId" clId="{C0A32B92-FFB3-4116-9370-C21BA5ED7C08}" dt="2026-04-08T20:14:03.345" v="172" actId="20577"/>
          <ac:spMkLst>
            <pc:docMk/>
            <pc:sldMk cId="2279942714" sldId="258"/>
            <ac:spMk id="4" creationId="{2FD73D28-962F-8E43-5907-544A140D2750}"/>
          </ac:spMkLst>
        </pc:spChg>
        <pc:spChg chg="mod">
          <ac:chgData name="Scott Corio" userId="dbe1492c70b6d8a8" providerId="LiveId" clId="{C0A32B92-FFB3-4116-9370-C21BA5ED7C08}" dt="2026-04-08T20:14:32.348" v="202" actId="20577"/>
          <ac:spMkLst>
            <pc:docMk/>
            <pc:sldMk cId="2279942714" sldId="258"/>
            <ac:spMk id="5" creationId="{3B30A130-0D00-7790-26E9-044787E6435F}"/>
          </ac:spMkLst>
        </pc:spChg>
      </pc:sldChg>
      <pc:sldChg chg="modSp mod">
        <pc:chgData name="Scott Corio" userId="dbe1492c70b6d8a8" providerId="LiveId" clId="{C0A32B92-FFB3-4116-9370-C21BA5ED7C08}" dt="2026-04-08T20:52:03.362" v="418" actId="20577"/>
        <pc:sldMkLst>
          <pc:docMk/>
          <pc:sldMk cId="2998567692" sldId="259"/>
        </pc:sldMkLst>
        <pc:spChg chg="mod">
          <ac:chgData name="Scott Corio" userId="dbe1492c70b6d8a8" providerId="LiveId" clId="{C0A32B92-FFB3-4116-9370-C21BA5ED7C08}" dt="2026-04-08T20:52:03.362" v="418" actId="20577"/>
          <ac:spMkLst>
            <pc:docMk/>
            <pc:sldMk cId="2998567692" sldId="259"/>
            <ac:spMk id="4" creationId="{526BC2B6-AE2C-3E1D-788D-592ABCDC14E7}"/>
          </ac:spMkLst>
        </pc:spChg>
      </pc:sldChg>
      <pc:sldChg chg="modSp mod">
        <pc:chgData name="Scott Corio" userId="dbe1492c70b6d8a8" providerId="LiveId" clId="{C0A32B92-FFB3-4116-9370-C21BA5ED7C08}" dt="2026-04-08T20:07:09.396" v="160" actId="20577"/>
        <pc:sldMkLst>
          <pc:docMk/>
          <pc:sldMk cId="2749782532" sldId="260"/>
        </pc:sldMkLst>
        <pc:spChg chg="mod">
          <ac:chgData name="Scott Corio" userId="dbe1492c70b6d8a8" providerId="LiveId" clId="{C0A32B92-FFB3-4116-9370-C21BA5ED7C08}" dt="2026-04-08T20:04:46.172" v="10" actId="20577"/>
          <ac:spMkLst>
            <pc:docMk/>
            <pc:sldMk cId="2749782532" sldId="260"/>
            <ac:spMk id="4" creationId="{1BFB68CD-CB12-32EF-1CFE-54C294C3E92D}"/>
          </ac:spMkLst>
        </pc:spChg>
        <pc:spChg chg="mod">
          <ac:chgData name="Scott Corio" userId="dbe1492c70b6d8a8" providerId="LiveId" clId="{C0A32B92-FFB3-4116-9370-C21BA5ED7C08}" dt="2026-04-08T20:05:11.268" v="119" actId="20577"/>
          <ac:spMkLst>
            <pc:docMk/>
            <pc:sldMk cId="2749782532" sldId="260"/>
            <ac:spMk id="5" creationId="{BE1E5CAD-23FE-A4D7-B096-3334A7D79C8B}"/>
          </ac:spMkLst>
        </pc:spChg>
        <pc:spChg chg="mod">
          <ac:chgData name="Scott Corio" userId="dbe1492c70b6d8a8" providerId="LiveId" clId="{C0A32B92-FFB3-4116-9370-C21BA5ED7C08}" dt="2026-04-08T20:06:05.976" v="143" actId="20577"/>
          <ac:spMkLst>
            <pc:docMk/>
            <pc:sldMk cId="2749782532" sldId="260"/>
            <ac:spMk id="6" creationId="{86485DDC-10A4-A946-6EE8-700508002C72}"/>
          </ac:spMkLst>
        </pc:spChg>
        <pc:spChg chg="mod">
          <ac:chgData name="Scott Corio" userId="dbe1492c70b6d8a8" providerId="LiveId" clId="{C0A32B92-FFB3-4116-9370-C21BA5ED7C08}" dt="2026-04-08T20:07:09.396" v="160" actId="20577"/>
          <ac:spMkLst>
            <pc:docMk/>
            <pc:sldMk cId="2749782532" sldId="260"/>
            <ac:spMk id="7" creationId="{9FC71F19-CB0D-6056-8B2E-7670D5A913DD}"/>
          </ac:spMkLst>
        </pc:spChg>
        <pc:spChg chg="mod">
          <ac:chgData name="Scott Corio" userId="dbe1492c70b6d8a8" providerId="LiveId" clId="{C0A32B92-FFB3-4116-9370-C21BA5ED7C08}" dt="2026-04-08T20:04:59.506" v="82" actId="20577"/>
          <ac:spMkLst>
            <pc:docMk/>
            <pc:sldMk cId="2749782532" sldId="260"/>
            <ac:spMk id="8" creationId="{20280E57-51A9-979B-C838-5F016A209FD7}"/>
          </ac:spMkLst>
        </pc:spChg>
        <pc:spChg chg="mod">
          <ac:chgData name="Scott Corio" userId="dbe1492c70b6d8a8" providerId="LiveId" clId="{C0A32B92-FFB3-4116-9370-C21BA5ED7C08}" dt="2026-04-08T20:05:06.572" v="108" actId="20577"/>
          <ac:spMkLst>
            <pc:docMk/>
            <pc:sldMk cId="2749782532" sldId="260"/>
            <ac:spMk id="9" creationId="{F7177573-C298-FAF8-2140-0326B263D0A5}"/>
          </ac:spMkLst>
        </pc:spChg>
        <pc:picChg chg="mod">
          <ac:chgData name="Scott Corio" userId="dbe1492c70b6d8a8" providerId="LiveId" clId="{C0A32B92-FFB3-4116-9370-C21BA5ED7C08}" dt="2026-04-08T20:05:47.215" v="121" actId="14826"/>
          <ac:picMkLst>
            <pc:docMk/>
            <pc:sldMk cId="2749782532" sldId="260"/>
            <ac:picMk id="11" creationId="{E25A340F-1F9B-DA96-FDB6-3299A6F777AE}"/>
          </ac:picMkLst>
        </pc:picChg>
        <pc:picChg chg="mod">
          <ac:chgData name="Scott Corio" userId="dbe1492c70b6d8a8" providerId="LiveId" clId="{C0A32B92-FFB3-4116-9370-C21BA5ED7C08}" dt="2026-04-08T20:05:42.918" v="120" actId="14826"/>
          <ac:picMkLst>
            <pc:docMk/>
            <pc:sldMk cId="2749782532" sldId="260"/>
            <ac:picMk id="13" creationId="{62CD6E66-EAB9-E15A-71BD-FB2D4F9AE9AD}"/>
          </ac:picMkLst>
        </pc:picChg>
      </pc:sldChg>
      <pc:sldChg chg="del">
        <pc:chgData name="Scott Corio" userId="dbe1492c70b6d8a8" providerId="LiveId" clId="{C0A32B92-FFB3-4116-9370-C21BA5ED7C08}" dt="2026-04-09T12:08:32.193" v="419" actId="47"/>
        <pc:sldMkLst>
          <pc:docMk/>
          <pc:sldMk cId="3665382884" sldId="262"/>
        </pc:sldMkLst>
      </pc:sldChg>
      <pc:sldChg chg="del">
        <pc:chgData name="Scott Corio" userId="dbe1492c70b6d8a8" providerId="LiveId" clId="{C0A32B92-FFB3-4116-9370-C21BA5ED7C08}" dt="2026-04-09T12:08:33.859" v="420" actId="47"/>
        <pc:sldMkLst>
          <pc:docMk/>
          <pc:sldMk cId="1651702748" sldId="266"/>
        </pc:sldMkLst>
      </pc:sldChg>
      <pc:sldChg chg="addSp delSp modSp new mod modClrScheme chgLayout">
        <pc:chgData name="Scott Corio" userId="dbe1492c70b6d8a8" providerId="LiveId" clId="{C0A32B92-FFB3-4116-9370-C21BA5ED7C08}" dt="2026-04-08T20:15:21.199" v="321" actId="20577"/>
        <pc:sldMkLst>
          <pc:docMk/>
          <pc:sldMk cId="3902779416" sldId="267"/>
        </pc:sldMkLst>
        <pc:spChg chg="del mod ord">
          <ac:chgData name="Scott Corio" userId="dbe1492c70b6d8a8" providerId="LiveId" clId="{C0A32B92-FFB3-4116-9370-C21BA5ED7C08}" dt="2026-04-08T20:14:41.480" v="204" actId="700"/>
          <ac:spMkLst>
            <pc:docMk/>
            <pc:sldMk cId="3902779416" sldId="267"/>
            <ac:spMk id="2" creationId="{F8637902-AA28-C044-8D0E-F47B6A75B0C3}"/>
          </ac:spMkLst>
        </pc:spChg>
        <pc:spChg chg="del mod ord">
          <ac:chgData name="Scott Corio" userId="dbe1492c70b6d8a8" providerId="LiveId" clId="{C0A32B92-FFB3-4116-9370-C21BA5ED7C08}" dt="2026-04-08T20:14:41.480" v="204" actId="700"/>
          <ac:spMkLst>
            <pc:docMk/>
            <pc:sldMk cId="3902779416" sldId="267"/>
            <ac:spMk id="3" creationId="{28502D79-FB58-CA63-976B-B5240601DD2B}"/>
          </ac:spMkLst>
        </pc:spChg>
        <pc:spChg chg="add mod ord">
          <ac:chgData name="Scott Corio" userId="dbe1492c70b6d8a8" providerId="LiveId" clId="{C0A32B92-FFB3-4116-9370-C21BA5ED7C08}" dt="2026-04-08T20:14:44.085" v="213" actId="20577"/>
          <ac:spMkLst>
            <pc:docMk/>
            <pc:sldMk cId="3902779416" sldId="267"/>
            <ac:spMk id="4" creationId="{A859A85E-F716-420C-31B5-E4426260D8F5}"/>
          </ac:spMkLst>
        </pc:spChg>
        <pc:spChg chg="add mod ord">
          <ac:chgData name="Scott Corio" userId="dbe1492c70b6d8a8" providerId="LiveId" clId="{C0A32B92-FFB3-4116-9370-C21BA5ED7C08}" dt="2026-04-08T20:15:21.199" v="321" actId="20577"/>
          <ac:spMkLst>
            <pc:docMk/>
            <pc:sldMk cId="3902779416" sldId="267"/>
            <ac:spMk id="5" creationId="{6B74B1C0-997D-DA54-60EA-D82A7C535259}"/>
          </ac:spMkLst>
        </pc:spChg>
      </pc:sldChg>
      <pc:sldChg chg="modSp new mod">
        <pc:chgData name="Scott Corio" userId="dbe1492c70b6d8a8" providerId="LiveId" clId="{C0A32B92-FFB3-4116-9370-C21BA5ED7C08}" dt="2026-04-09T12:36:34.558" v="510" actId="20577"/>
        <pc:sldMkLst>
          <pc:docMk/>
          <pc:sldMk cId="2273055920" sldId="268"/>
        </pc:sldMkLst>
        <pc:spChg chg="mod">
          <ac:chgData name="Scott Corio" userId="dbe1492c70b6d8a8" providerId="LiveId" clId="{C0A32B92-FFB3-4116-9370-C21BA5ED7C08}" dt="2026-04-08T20:41:34.574" v="345" actId="20577"/>
          <ac:spMkLst>
            <pc:docMk/>
            <pc:sldMk cId="2273055920" sldId="268"/>
            <ac:spMk id="2" creationId="{390B6335-2F46-7A42-F351-B0A5F64931B3}"/>
          </ac:spMkLst>
        </pc:spChg>
        <pc:spChg chg="mod">
          <ac:chgData name="Scott Corio" userId="dbe1492c70b6d8a8" providerId="LiveId" clId="{C0A32B92-FFB3-4116-9370-C21BA5ED7C08}" dt="2026-04-09T12:36:34.558" v="510" actId="20577"/>
          <ac:spMkLst>
            <pc:docMk/>
            <pc:sldMk cId="2273055920" sldId="268"/>
            <ac:spMk id="3" creationId="{CA0F079B-8DB5-2EFE-14C6-E6043E6B6088}"/>
          </ac:spMkLst>
        </pc:spChg>
      </pc:sldChg>
      <pc:sldChg chg="modSp new del mod">
        <pc:chgData name="Scott Corio" userId="dbe1492c70b6d8a8" providerId="LiveId" clId="{C0A32B92-FFB3-4116-9370-C21BA5ED7C08}" dt="2026-04-09T12:08:38.544" v="421" actId="47"/>
        <pc:sldMkLst>
          <pc:docMk/>
          <pc:sldMk cId="3064468433" sldId="269"/>
        </pc:sldMkLst>
        <pc:spChg chg="mod">
          <ac:chgData name="Scott Corio" userId="dbe1492c70b6d8a8" providerId="LiveId" clId="{C0A32B92-FFB3-4116-9370-C21BA5ED7C08}" dt="2026-04-08T20:51:02.136" v="390" actId="20577"/>
          <ac:spMkLst>
            <pc:docMk/>
            <pc:sldMk cId="3064468433" sldId="269"/>
            <ac:spMk id="2" creationId="{3BF7A156-ABD2-0543-48C9-C987CF11293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5.svg"/><Relationship Id="rId16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5.svg"/><Relationship Id="rId16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652" y="1956816"/>
            <a:ext cx="2971800" cy="298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755363" y="1488483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431814" y="1488483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885025" y="230806"/>
            <a:ext cx="6421951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71628" y="1492834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87" y="1950148"/>
            <a:ext cx="2964728" cy="2964728"/>
          </a:xfrm>
          <a:prstGeom prst="rect">
            <a:avLst/>
          </a:prstGeom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58" y="1934521"/>
            <a:ext cx="2980355" cy="29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971" y="4044020"/>
            <a:ext cx="1258699" cy="914400"/>
          </a:xfrm>
          <a:prstGeom prst="rect">
            <a:avLst/>
          </a:prstGeom>
        </p:spPr>
      </p:pic>
      <p:pic>
        <p:nvPicPr>
          <p:cNvPr id="19" name="Picture 18" descr="Microsoft">
            <a:extLst>
              <a:ext uri="{FF2B5EF4-FFF2-40B4-BE49-F238E27FC236}">
                <a16:creationId xmlns:a16="http://schemas.microsoft.com/office/drawing/2014/main" id="{F1B0E5FC-C842-2CF5-F268-35CF4E989D6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518" y="4897480"/>
            <a:ext cx="2244144" cy="100584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983" y="4135460"/>
            <a:ext cx="731520" cy="731520"/>
          </a:xfrm>
          <a:prstGeom prst="rect">
            <a:avLst/>
          </a:prstGeom>
        </p:spPr>
      </p:pic>
      <p:pic>
        <p:nvPicPr>
          <p:cNvPr id="17" name="Graphic 16" descr="2Pint Software">
            <a:extLst>
              <a:ext uri="{FF2B5EF4-FFF2-40B4-BE49-F238E27FC236}">
                <a16:creationId xmlns:a16="http://schemas.microsoft.com/office/drawing/2014/main" id="{67F8DDDD-DFAE-B059-F17D-48D5058DC4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8087" y="4306910"/>
            <a:ext cx="1554480" cy="3886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2188" y="5171800"/>
            <a:ext cx="1188721" cy="45720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70C1D7FD-CF3B-5E3C-F668-5241BE18643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286" y="6172200"/>
            <a:ext cx="1143367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846" y="6195695"/>
            <a:ext cx="901452" cy="410211"/>
          </a:xfrm>
          <a:prstGeom prst="rect">
            <a:avLst/>
          </a:prstGeom>
        </p:spPr>
      </p:pic>
      <p:pic>
        <p:nvPicPr>
          <p:cNvPr id="35" name="Picture 34" descr="A white circle with orange arrow and text&#10;&#10;Description automatically generated">
            <a:extLst>
              <a:ext uri="{FF2B5EF4-FFF2-40B4-BE49-F238E27FC236}">
                <a16:creationId xmlns:a16="http://schemas.microsoft.com/office/drawing/2014/main" id="{C9BC325D-6EE6-A42A-3C7C-3C2402F596A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059" y="5004002"/>
            <a:ext cx="792796" cy="792796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85398DA-D502-19CD-EC19-BB63F64512C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2919" y="4287997"/>
            <a:ext cx="1828800" cy="4264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43670" y="5286100"/>
            <a:ext cx="1503922" cy="228600"/>
          </a:xfrm>
          <a:prstGeom prst="rect">
            <a:avLst/>
          </a:prstGeom>
        </p:spPr>
      </p:pic>
      <p:pic>
        <p:nvPicPr>
          <p:cNvPr id="33" name="Picture 32" descr="A logo with white text&#10;&#10;Description automatically generated">
            <a:extLst>
              <a:ext uri="{FF2B5EF4-FFF2-40B4-BE49-F238E27FC236}">
                <a16:creationId xmlns:a16="http://schemas.microsoft.com/office/drawing/2014/main" id="{183011D5-C6F7-DA00-67E6-8875D9BC1E2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5943600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FAC9FF6-3344-53B0-ED7E-28F6FA59D0B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4" y="4278412"/>
            <a:ext cx="1554480" cy="445617"/>
          </a:xfrm>
          <a:prstGeom prst="rect">
            <a:avLst/>
          </a:prstGeom>
        </p:spPr>
      </p:pic>
      <p:pic>
        <p:nvPicPr>
          <p:cNvPr id="22" name="Picture 21" descr="A blue logo with white text&#10;&#10;Description automatically generated">
            <a:extLst>
              <a:ext uri="{FF2B5EF4-FFF2-40B4-BE49-F238E27FC236}">
                <a16:creationId xmlns:a16="http://schemas.microsoft.com/office/drawing/2014/main" id="{469B32A5-A67E-EC47-BCAE-A83C9B99237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94" y="6035040"/>
            <a:ext cx="870599" cy="731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023378-D629-FEFF-9D58-B44519B4966C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549" y="6035040"/>
            <a:ext cx="115438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652" y="1956816"/>
            <a:ext cx="2971800" cy="298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755363" y="1488483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431814" y="1488483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885025" y="230806"/>
            <a:ext cx="6421951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71628" y="1492834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87" y="1950148"/>
            <a:ext cx="2964728" cy="2964728"/>
          </a:xfrm>
          <a:prstGeom prst="rect">
            <a:avLst/>
          </a:prstGeom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58" y="1934521"/>
            <a:ext cx="2980355" cy="29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63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971" y="4044020"/>
            <a:ext cx="1258699" cy="914400"/>
          </a:xfrm>
          <a:prstGeom prst="rect">
            <a:avLst/>
          </a:prstGeom>
        </p:spPr>
      </p:pic>
      <p:pic>
        <p:nvPicPr>
          <p:cNvPr id="19" name="Picture 18" descr="Microsoft">
            <a:extLst>
              <a:ext uri="{FF2B5EF4-FFF2-40B4-BE49-F238E27FC236}">
                <a16:creationId xmlns:a16="http://schemas.microsoft.com/office/drawing/2014/main" id="{F1B0E5FC-C842-2CF5-F268-35CF4E989D6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518" y="4897480"/>
            <a:ext cx="2244144" cy="100584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983" y="4135460"/>
            <a:ext cx="731520" cy="731520"/>
          </a:xfrm>
          <a:prstGeom prst="rect">
            <a:avLst/>
          </a:prstGeom>
        </p:spPr>
      </p:pic>
      <p:pic>
        <p:nvPicPr>
          <p:cNvPr id="17" name="Graphic 16" descr="2Pint Software">
            <a:extLst>
              <a:ext uri="{FF2B5EF4-FFF2-40B4-BE49-F238E27FC236}">
                <a16:creationId xmlns:a16="http://schemas.microsoft.com/office/drawing/2014/main" id="{67F8DDDD-DFAE-B059-F17D-48D5058DC4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8087" y="4306910"/>
            <a:ext cx="1554480" cy="3886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2188" y="5171800"/>
            <a:ext cx="1188721" cy="45720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70C1D7FD-CF3B-5E3C-F668-5241BE18643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286" y="6172200"/>
            <a:ext cx="1143367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846" y="6195695"/>
            <a:ext cx="901452" cy="410211"/>
          </a:xfrm>
          <a:prstGeom prst="rect">
            <a:avLst/>
          </a:prstGeom>
        </p:spPr>
      </p:pic>
      <p:pic>
        <p:nvPicPr>
          <p:cNvPr id="35" name="Picture 34" descr="A white circle with orange arrow and text&#10;&#10;Description automatically generated">
            <a:extLst>
              <a:ext uri="{FF2B5EF4-FFF2-40B4-BE49-F238E27FC236}">
                <a16:creationId xmlns:a16="http://schemas.microsoft.com/office/drawing/2014/main" id="{C9BC325D-6EE6-A42A-3C7C-3C2402F596A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059" y="5004002"/>
            <a:ext cx="792796" cy="792796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85398DA-D502-19CD-EC19-BB63F64512C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2919" y="4287997"/>
            <a:ext cx="1828800" cy="4264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43670" y="5286100"/>
            <a:ext cx="1503922" cy="228600"/>
          </a:xfrm>
          <a:prstGeom prst="rect">
            <a:avLst/>
          </a:prstGeom>
        </p:spPr>
      </p:pic>
      <p:pic>
        <p:nvPicPr>
          <p:cNvPr id="33" name="Picture 32" descr="A logo with white text&#10;&#10;Description automatically generated">
            <a:extLst>
              <a:ext uri="{FF2B5EF4-FFF2-40B4-BE49-F238E27FC236}">
                <a16:creationId xmlns:a16="http://schemas.microsoft.com/office/drawing/2014/main" id="{183011D5-C6F7-DA00-67E6-8875D9BC1E2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5943600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FAC9FF6-3344-53B0-ED7E-28F6FA59D0B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4" y="4278412"/>
            <a:ext cx="1554480" cy="445617"/>
          </a:xfrm>
          <a:prstGeom prst="rect">
            <a:avLst/>
          </a:prstGeom>
        </p:spPr>
      </p:pic>
      <p:pic>
        <p:nvPicPr>
          <p:cNvPr id="22" name="Picture 21" descr="A blue logo with white text&#10;&#10;Description automatically generated">
            <a:extLst>
              <a:ext uri="{FF2B5EF4-FFF2-40B4-BE49-F238E27FC236}">
                <a16:creationId xmlns:a16="http://schemas.microsoft.com/office/drawing/2014/main" id="{469B32A5-A67E-EC47-BCAE-A83C9B99237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94" y="6035040"/>
            <a:ext cx="870599" cy="731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023378-D629-FEFF-9D58-B44519B4966C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549" y="6035040"/>
            <a:ext cx="115438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88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Wizards of MMS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Showing You What's Behind </a:t>
            </a:r>
            <a:r>
              <a:rPr lang="en-US"/>
              <a:t>the Curtain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7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Scott Corio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Greg Ramsey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DumpsterDave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ScottCorio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 err="1"/>
              <a:t>gregramsey</a:t>
            </a:r>
            <a:endParaRPr lang="en-US" dirty="0"/>
          </a:p>
          <a:p>
            <a:r>
              <a:rPr lang="en-US" dirty="0"/>
              <a:t>   in/</a:t>
            </a:r>
            <a:r>
              <a:rPr lang="en-US" dirty="0" err="1"/>
              <a:t>ramseyg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MMS Staff, Microsoft MVP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MMS Staff, Microsoft MVP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6DAF7F0-41C0-0FFE-E4A3-03DC4A6106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1162" y="5720614"/>
            <a:ext cx="476250" cy="4762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17" name="Picture 16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A41FE4A7-D719-AE27-CECB-7BAF254940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924" y="5261408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AB8FE-C0AA-0B7D-748D-97C79F73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Our "Architecture"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5678-0429-C682-4773-10BC46C59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0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7B6DD6B-15F5-B451-600F-D4230B50AC96}"/>
              </a:ext>
            </a:extLst>
          </p:cNvPr>
          <p:cNvCxnSpPr>
            <a:stCxn id="15" idx="3"/>
            <a:endCxn id="7" idx="3"/>
          </p:cNvCxnSpPr>
          <p:nvPr/>
        </p:nvCxnSpPr>
        <p:spPr>
          <a:xfrm flipV="1">
            <a:off x="3358625" y="2766972"/>
            <a:ext cx="7053874" cy="3107672"/>
          </a:xfrm>
          <a:prstGeom prst="bentConnector3">
            <a:avLst>
              <a:gd name="adj1" fmla="val 1032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33A12F4-1955-A250-D770-681D25725A9E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1220769" y="3608590"/>
            <a:ext cx="454686" cy="3773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2BFC7B1-8ADB-81FA-26EC-0914C6FF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MMS Architecture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08535D-5185-1850-488D-F16CC1B262AC}"/>
              </a:ext>
            </a:extLst>
          </p:cNvPr>
          <p:cNvSpPr/>
          <p:nvPr/>
        </p:nvSpPr>
        <p:spPr>
          <a:xfrm>
            <a:off x="4620271" y="4420976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SharePoint</a:t>
            </a:r>
            <a:endParaRPr lang="en-US">
              <a:ea typeface="Calibri"/>
              <a:cs typeface="Calibri"/>
            </a:endParaRPr>
          </a:p>
          <a:p>
            <a:pPr algn="ctr"/>
            <a:r>
              <a:rPr lang="en-US" sz="1000">
                <a:ea typeface="Calibri"/>
                <a:cs typeface="Calibri"/>
              </a:rPr>
              <a:t>(attendee and speaker store)</a:t>
            </a:r>
            <a:endParaRPr lang="en-US" sz="1000" dirty="0"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DF9442-2A0E-8F23-324E-49BE61A87C76}"/>
              </a:ext>
            </a:extLst>
          </p:cNvPr>
          <p:cNvSpPr/>
          <p:nvPr/>
        </p:nvSpPr>
        <p:spPr>
          <a:xfrm>
            <a:off x="4854133" y="1854247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Logic Apps</a:t>
            </a: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988B8C-995F-F6A7-F29E-6497561755C0}"/>
              </a:ext>
            </a:extLst>
          </p:cNvPr>
          <p:cNvSpPr/>
          <p:nvPr/>
        </p:nvSpPr>
        <p:spPr>
          <a:xfrm>
            <a:off x="4620271" y="1673019"/>
            <a:ext cx="5792228" cy="2187905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r>
              <a:rPr lang="en-US">
                <a:ea typeface="Calibri"/>
                <a:cs typeface="Calibri"/>
              </a:rPr>
              <a:t>Azure Services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6EFFD9-5ADC-1357-7266-9D96B95AE690}"/>
              </a:ext>
            </a:extLst>
          </p:cNvPr>
          <p:cNvSpPr/>
          <p:nvPr/>
        </p:nvSpPr>
        <p:spPr>
          <a:xfrm>
            <a:off x="4854133" y="2694002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Azure Automation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2A6EB1-6F95-DF77-324E-CE2D2DA3E6D5}"/>
              </a:ext>
            </a:extLst>
          </p:cNvPr>
          <p:cNvSpPr/>
          <p:nvPr/>
        </p:nvSpPr>
        <p:spPr>
          <a:xfrm>
            <a:off x="6743582" y="2694002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Azure DevOps</a:t>
            </a:r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320DA2-5590-C39B-8E60-49866574D858}"/>
              </a:ext>
            </a:extLst>
          </p:cNvPr>
          <p:cNvSpPr/>
          <p:nvPr/>
        </p:nvSpPr>
        <p:spPr>
          <a:xfrm>
            <a:off x="6689153" y="1854247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Container Apps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D3E4AF-BE51-89C3-3C4E-5754D5A31737}"/>
              </a:ext>
            </a:extLst>
          </p:cNvPr>
          <p:cNvSpPr/>
          <p:nvPr/>
        </p:nvSpPr>
        <p:spPr>
          <a:xfrm>
            <a:off x="8555276" y="1852452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Key Vault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A0BE21-56DD-C2E5-BC1A-31D71EFDEE3F}"/>
              </a:ext>
            </a:extLst>
          </p:cNvPr>
          <p:cNvSpPr/>
          <p:nvPr/>
        </p:nvSpPr>
        <p:spPr>
          <a:xfrm>
            <a:off x="8552285" y="2698188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Storage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0199D7-F28E-56B5-CF86-A0C81555CC03}"/>
              </a:ext>
            </a:extLst>
          </p:cNvPr>
          <p:cNvSpPr/>
          <p:nvPr/>
        </p:nvSpPr>
        <p:spPr>
          <a:xfrm>
            <a:off x="1675455" y="3633680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Sched.com</a:t>
            </a:r>
          </a:p>
          <a:p>
            <a:pPr algn="ctr"/>
            <a:r>
              <a:rPr lang="en-US" sz="1000">
                <a:ea typeface="Calibri"/>
                <a:cs typeface="Calibri"/>
              </a:rPr>
              <a:t>(ticketing, scheduling)</a:t>
            </a:r>
            <a:endParaRPr lang="en-US" sz="1000" dirty="0"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4FA011-AC4D-1296-9D6B-015B25DFF742}"/>
              </a:ext>
            </a:extLst>
          </p:cNvPr>
          <p:cNvSpPr/>
          <p:nvPr/>
        </p:nvSpPr>
        <p:spPr>
          <a:xfrm>
            <a:off x="1675455" y="2607724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Stripe.com</a:t>
            </a:r>
          </a:p>
          <a:p>
            <a:pPr algn="ctr"/>
            <a:r>
              <a:rPr lang="en-US" sz="1000" dirty="0">
                <a:ea typeface="Calibri"/>
                <a:cs typeface="Calibri"/>
              </a:rPr>
              <a:t>(payment)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9E07B0-8F8B-BB37-51BB-705174C1B31B}"/>
              </a:ext>
            </a:extLst>
          </p:cNvPr>
          <p:cNvSpPr/>
          <p:nvPr/>
        </p:nvSpPr>
        <p:spPr>
          <a:xfrm>
            <a:off x="1675455" y="5522354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Sessionize.com</a:t>
            </a:r>
          </a:p>
          <a:p>
            <a:pPr algn="ctr"/>
            <a:r>
              <a:rPr lang="en-US" sz="1000">
                <a:ea typeface="Calibri"/>
                <a:cs typeface="Calibri"/>
              </a:rPr>
              <a:t>(session submission)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2BAE38-9ABF-9489-5F01-6773C1D56656}"/>
              </a:ext>
            </a:extLst>
          </p:cNvPr>
          <p:cNvGrpSpPr/>
          <p:nvPr/>
        </p:nvGrpSpPr>
        <p:grpSpPr>
          <a:xfrm>
            <a:off x="160667" y="2695470"/>
            <a:ext cx="1060102" cy="1104373"/>
            <a:chOff x="4607063" y="1489668"/>
            <a:chExt cx="1060102" cy="110437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43B094-1AD6-4239-554A-5CC7941AC2D2}"/>
                </a:ext>
              </a:extLst>
            </p:cNvPr>
            <p:cNvSpPr txBox="1"/>
            <p:nvPr/>
          </p:nvSpPr>
          <p:spPr>
            <a:xfrm>
              <a:off x="4607063" y="2211534"/>
              <a:ext cx="1060102" cy="3825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ea typeface="Calibri"/>
                  <a:cs typeface="Calibri"/>
                </a:rPr>
                <a:t>Attendee</a:t>
              </a: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772EC64C-BEE7-2D9E-B9DA-289B67536D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75833" y="1489668"/>
              <a:ext cx="914400" cy="9144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3BC31A-03DA-650D-9DC1-39E984F784E9}"/>
              </a:ext>
            </a:extLst>
          </p:cNvPr>
          <p:cNvGrpSpPr/>
          <p:nvPr/>
        </p:nvGrpSpPr>
        <p:grpSpPr>
          <a:xfrm>
            <a:off x="160667" y="4403689"/>
            <a:ext cx="1060102" cy="1104373"/>
            <a:chOff x="4607063" y="1489668"/>
            <a:chExt cx="1060102" cy="1104373"/>
          </a:xfrm>
        </p:grpSpPr>
        <p:pic>
          <p:nvPicPr>
            <p:cNvPr id="20" name="Graphic 19" descr="User with solid fill">
              <a:extLst>
                <a:ext uri="{FF2B5EF4-FFF2-40B4-BE49-F238E27FC236}">
                  <a16:creationId xmlns:a16="http://schemas.microsoft.com/office/drawing/2014/main" id="{5E10D795-0EF0-E989-076D-9C9FE8AA6E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75833" y="1489668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942DA3-27AD-CF03-FF4E-B075C6C7522E}"/>
                </a:ext>
              </a:extLst>
            </p:cNvPr>
            <p:cNvSpPr txBox="1"/>
            <p:nvPr/>
          </p:nvSpPr>
          <p:spPr>
            <a:xfrm>
              <a:off x="4607063" y="2211534"/>
              <a:ext cx="1060102" cy="3825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ea typeface="Calibri"/>
                  <a:cs typeface="Calibri"/>
                </a:rPr>
                <a:t>Speaker</a:t>
              </a: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46492C-8038-A982-062D-B05C6F11B7EA}"/>
              </a:ext>
            </a:extLst>
          </p:cNvPr>
          <p:cNvSpPr/>
          <p:nvPr/>
        </p:nvSpPr>
        <p:spPr>
          <a:xfrm>
            <a:off x="1675455" y="1613255"/>
            <a:ext cx="1683170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MMS Verify</a:t>
            </a:r>
          </a:p>
          <a:p>
            <a:pPr algn="ctr"/>
            <a:r>
              <a:rPr lang="en-US" sz="1000" dirty="0">
                <a:ea typeface="Calibri"/>
                <a:cs typeface="Calibri"/>
              </a:rPr>
              <a:t>(hotel, discord)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7D05FA4-A1C9-FD5A-1F6C-238CD428F0E7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1220769" y="1965545"/>
            <a:ext cx="454686" cy="16430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659AD9A-45BF-02E1-952A-03B50B4FFBBD}"/>
              </a:ext>
            </a:extLst>
          </p:cNvPr>
          <p:cNvCxnSpPr>
            <a:cxnSpLocks/>
            <a:stCxn id="21" idx="3"/>
            <a:endCxn id="13" idx="2"/>
          </p:cNvCxnSpPr>
          <p:nvPr/>
        </p:nvCxnSpPr>
        <p:spPr>
          <a:xfrm flipV="1">
            <a:off x="1220769" y="4338259"/>
            <a:ext cx="1296271" cy="9785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C76AC06-46DE-6B8C-236E-35C4CB36B8CB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>
            <a:off x="1220769" y="5316809"/>
            <a:ext cx="454686" cy="5578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8363072-E27A-CC23-1235-62FACB6556AB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2356352" y="3472992"/>
            <a:ext cx="321377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2580938-C6A9-993B-5DE2-57C87E7B3A72}"/>
              </a:ext>
            </a:extLst>
          </p:cNvPr>
          <p:cNvCxnSpPr>
            <a:stCxn id="22" idx="3"/>
            <a:endCxn id="7" idx="1"/>
          </p:cNvCxnSpPr>
          <p:nvPr/>
        </p:nvCxnSpPr>
        <p:spPr>
          <a:xfrm>
            <a:off x="3358625" y="1965545"/>
            <a:ext cx="1261646" cy="8014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957A812-ED21-7D12-AEBE-171469523A06}"/>
              </a:ext>
            </a:extLst>
          </p:cNvPr>
          <p:cNvCxnSpPr>
            <a:stCxn id="13" idx="3"/>
            <a:endCxn id="4" idx="1"/>
          </p:cNvCxnSpPr>
          <p:nvPr/>
        </p:nvCxnSpPr>
        <p:spPr>
          <a:xfrm>
            <a:off x="3358625" y="3985970"/>
            <a:ext cx="1261646" cy="7872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FFCAA068-3064-E6B5-A4C0-A52C22ED17CC}"/>
              </a:ext>
            </a:extLst>
          </p:cNvPr>
          <p:cNvCxnSpPr>
            <a:endCxn id="7" idx="1"/>
          </p:cNvCxnSpPr>
          <p:nvPr/>
        </p:nvCxnSpPr>
        <p:spPr>
          <a:xfrm flipV="1">
            <a:off x="3432629" y="2766972"/>
            <a:ext cx="1187642" cy="193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885CEE5-D515-772E-26C0-80DECDA54085}"/>
              </a:ext>
            </a:extLst>
          </p:cNvPr>
          <p:cNvCxnSpPr>
            <a:stCxn id="7" idx="2"/>
            <a:endCxn id="4" idx="0"/>
          </p:cNvCxnSpPr>
          <p:nvPr/>
        </p:nvCxnSpPr>
        <p:spPr>
          <a:xfrm rot="5400000">
            <a:off x="6209095" y="3113686"/>
            <a:ext cx="560052" cy="20545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42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Toolbox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use, and Why we Use it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59A85E-F716-420C-31B5-E4426260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4B1C0-997D-DA54-60EA-D82A7C535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Azure DevOps</a:t>
            </a:r>
          </a:p>
          <a:p>
            <a:r>
              <a:rPr lang="en-US" dirty="0"/>
              <a:t>Logic Apps</a:t>
            </a:r>
          </a:p>
          <a:p>
            <a:r>
              <a:rPr lang="en-US" dirty="0"/>
              <a:t>Container Apps (verify.mmsmoa.com)</a:t>
            </a:r>
          </a:p>
          <a:p>
            <a:r>
              <a:rPr lang="en-US" dirty="0"/>
              <a:t>Key Vault</a:t>
            </a:r>
          </a:p>
          <a:p>
            <a:r>
              <a:rPr lang="en-US" dirty="0"/>
              <a:t>Storage Accounts</a:t>
            </a:r>
          </a:p>
          <a:p>
            <a:r>
              <a:rPr lang="en-US" dirty="0"/>
              <a:t>PowerShell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77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6335-2F46-7A42-F351-B0A5F649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Automations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F079B-8DB5-2EFE-14C6-E6043E6B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verify.mmsmoa.com</a:t>
            </a:r>
          </a:p>
          <a:p>
            <a:r>
              <a:rPr lang="en-US" dirty="0"/>
              <a:t>Reminder Emails</a:t>
            </a:r>
          </a:p>
          <a:p>
            <a:r>
              <a:rPr lang="en-US" dirty="0"/>
              <a:t>Speaker Emails</a:t>
            </a:r>
          </a:p>
          <a:p>
            <a:r>
              <a:rPr lang="en-US" dirty="0"/>
              <a:t>Duplicate Session Signup Detection</a:t>
            </a:r>
          </a:p>
          <a:p>
            <a:r>
              <a:rPr lang="en-US" dirty="0"/>
              <a:t>Add Attendees to Sched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05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People for Discord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2026atMOA.potx" id="{C0EA89D2-3C39-4E3B-8C7D-61207489A7A6}" vid="{831415BC-B640-486E-8B9F-9A91F0CD06B0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2026atMOA.potx" id="{C0EA89D2-3C39-4E3B-8C7D-61207489A7A6}" vid="{B32784F3-23DD-4C9A-A8A3-B31A58F6D8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9926a708316be73da3f3a5bd4ff97d05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b04a7c4ced30567db5a7e999b24446c0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89C335D-62A5-479D-8FAE-C7FE39281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MMS2026atMOA</Template>
  <TotalTime>80</TotalTime>
  <Words>188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The Wizards of MMS</vt:lpstr>
      <vt:lpstr>Attention</vt:lpstr>
      <vt:lpstr>PowerPoint Presentation</vt:lpstr>
      <vt:lpstr>Our "Architecture"</vt:lpstr>
      <vt:lpstr>MMS Architecture</vt:lpstr>
      <vt:lpstr>Our Toolbox</vt:lpstr>
      <vt:lpstr>Our Tools</vt:lpstr>
      <vt:lpstr>Some of the Automations</vt:lpstr>
      <vt:lpstr>Verifying People for Discord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2025 at MOA</dc:subject>
  <dc:creator>Scott Corio</dc:creator>
  <cp:lastModifiedBy>Scott Corio</cp:lastModifiedBy>
  <cp:revision>125</cp:revision>
  <dcterms:created xsi:type="dcterms:W3CDTF">2026-04-08T20:03:48Z</dcterms:created>
  <dcterms:modified xsi:type="dcterms:W3CDTF">2026-04-09T12:40:41Z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