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8"/>
  </p:handoutMasterIdLst>
  <p:sldIdLst>
    <p:sldId id="256" r:id="rId6"/>
    <p:sldId id="264" r:id="rId7"/>
    <p:sldId id="260" r:id="rId8"/>
    <p:sldId id="258" r:id="rId9"/>
    <p:sldId id="266" r:id="rId10"/>
    <p:sldId id="267" r:id="rId11"/>
    <p:sldId id="269" r:id="rId12"/>
    <p:sldId id="270" r:id="rId13"/>
    <p:sldId id="271" r:id="rId14"/>
    <p:sldId id="268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66"/>
            <p14:sldId id="267"/>
            <p14:sldId id="269"/>
            <p14:sldId id="270"/>
            <p14:sldId id="271"/>
            <p14:sldId id="268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CA7B6-BD7C-44BC-A38F-5CC6A374EC87}" v="7" dt="2026-03-23T22:57:32.758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153" d="100"/>
          <a:sy n="153" d="100"/>
        </p:scale>
        <p:origin x="524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rio" userId="dbe1492c70b6d8a8" providerId="LiveId" clId="{C0A32B92-FFB3-4116-9370-C21BA5ED7C08}"/>
    <pc:docChg chg="custSel addSld delSld modSld modSection">
      <pc:chgData name="Scott Corio" userId="dbe1492c70b6d8a8" providerId="LiveId" clId="{C0A32B92-FFB3-4116-9370-C21BA5ED7C08}" dt="2026-03-25T00:23:55.800" v="2599" actId="20577"/>
      <pc:docMkLst>
        <pc:docMk/>
      </pc:docMkLst>
      <pc:sldChg chg="modSp mod modClrScheme chgLayout">
        <pc:chgData name="Scott Corio" userId="dbe1492c70b6d8a8" providerId="LiveId" clId="{C0A32B92-FFB3-4116-9370-C21BA5ED7C08}" dt="2026-03-25T00:23:55.800" v="2599" actId="20577"/>
        <pc:sldMkLst>
          <pc:docMk/>
          <pc:sldMk cId="2279942714" sldId="258"/>
        </pc:sldMkLst>
        <pc:spChg chg="mod ord">
          <ac:chgData name="Scott Corio" userId="dbe1492c70b6d8a8" providerId="LiveId" clId="{C0A32B92-FFB3-4116-9370-C21BA5ED7C08}" dt="2026-03-25T00:18:34.182" v="2410" actId="20577"/>
          <ac:spMkLst>
            <pc:docMk/>
            <pc:sldMk cId="2279942714" sldId="258"/>
            <ac:spMk id="4" creationId="{2FD73D28-962F-8E43-5907-544A140D2750}"/>
          </ac:spMkLst>
        </pc:spChg>
        <pc:spChg chg="mod ord">
          <ac:chgData name="Scott Corio" userId="dbe1492c70b6d8a8" providerId="LiveId" clId="{C0A32B92-FFB3-4116-9370-C21BA5ED7C08}" dt="2026-03-25T00:23:55.800" v="2599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modSp mod">
        <pc:chgData name="Scott Corio" userId="dbe1492c70b6d8a8" providerId="LiveId" clId="{C0A32B92-FFB3-4116-9370-C21BA5ED7C08}" dt="2026-03-23T23:36:54.819" v="2389" actId="27636"/>
        <pc:sldMkLst>
          <pc:docMk/>
          <pc:sldMk cId="2749782532" sldId="260"/>
        </pc:sldMkLst>
        <pc:spChg chg="mod">
          <ac:chgData name="Scott Corio" userId="dbe1492c70b6d8a8" providerId="LiveId" clId="{C0A32B92-FFB3-4116-9370-C21BA5ED7C08}" dt="2026-03-23T22:30:27.348" v="16" actId="20577"/>
          <ac:spMkLst>
            <pc:docMk/>
            <pc:sldMk cId="2749782532" sldId="260"/>
            <ac:spMk id="4" creationId="{1BFB68CD-CB12-32EF-1CFE-54C294C3E92D}"/>
          </ac:spMkLst>
        </pc:spChg>
        <pc:spChg chg="mod">
          <ac:chgData name="Scott Corio" userId="dbe1492c70b6d8a8" providerId="LiveId" clId="{C0A32B92-FFB3-4116-9370-C21BA5ED7C08}" dt="2026-03-23T22:30:30.884" v="27" actId="20577"/>
          <ac:spMkLst>
            <pc:docMk/>
            <pc:sldMk cId="2749782532" sldId="260"/>
            <ac:spMk id="5" creationId="{BE1E5CAD-23FE-A4D7-B096-3334A7D79C8B}"/>
          </ac:spMkLst>
        </pc:spChg>
        <pc:spChg chg="mod">
          <ac:chgData name="Scott Corio" userId="dbe1492c70b6d8a8" providerId="LiveId" clId="{C0A32B92-FFB3-4116-9370-C21BA5ED7C08}" dt="2026-03-23T22:33:34.592" v="77"/>
          <ac:spMkLst>
            <pc:docMk/>
            <pc:sldMk cId="2749782532" sldId="260"/>
            <ac:spMk id="6" creationId="{86485DDC-10A4-A946-6EE8-700508002C72}"/>
          </ac:spMkLst>
        </pc:spChg>
        <pc:spChg chg="mod">
          <ac:chgData name="Scott Corio" userId="dbe1492c70b6d8a8" providerId="LiveId" clId="{C0A32B92-FFB3-4116-9370-C21BA5ED7C08}" dt="2026-03-23T22:30:50.007" v="75" actId="20577"/>
          <ac:spMkLst>
            <pc:docMk/>
            <pc:sldMk cId="2749782532" sldId="260"/>
            <ac:spMk id="7" creationId="{9FC71F19-CB0D-6056-8B2E-7670D5A913DD}"/>
          </ac:spMkLst>
        </pc:spChg>
        <pc:spChg chg="mod">
          <ac:chgData name="Scott Corio" userId="dbe1492c70b6d8a8" providerId="LiveId" clId="{C0A32B92-FFB3-4116-9370-C21BA5ED7C08}" dt="2026-03-23T23:36:54.819" v="2389" actId="27636"/>
          <ac:spMkLst>
            <pc:docMk/>
            <pc:sldMk cId="2749782532" sldId="260"/>
            <ac:spMk id="8" creationId="{20280E57-51A9-979B-C838-5F016A209FD7}"/>
          </ac:spMkLst>
        </pc:spChg>
        <pc:spChg chg="mod">
          <ac:chgData name="Scott Corio" userId="dbe1492c70b6d8a8" providerId="LiveId" clId="{C0A32B92-FFB3-4116-9370-C21BA5ED7C08}" dt="2026-03-23T22:30:42.098" v="53" actId="20577"/>
          <ac:spMkLst>
            <pc:docMk/>
            <pc:sldMk cId="2749782532" sldId="260"/>
            <ac:spMk id="9" creationId="{F7177573-C298-FAF8-2140-0326B263D0A5}"/>
          </ac:spMkLst>
        </pc:spChg>
        <pc:picChg chg="mod">
          <ac:chgData name="Scott Corio" userId="dbe1492c70b6d8a8" providerId="LiveId" clId="{C0A32B92-FFB3-4116-9370-C21BA5ED7C08}" dt="2026-03-23T22:30:23.007" v="3" actId="14826"/>
          <ac:picMkLst>
            <pc:docMk/>
            <pc:sldMk cId="2749782532" sldId="260"/>
            <ac:picMk id="11" creationId="{E25A340F-1F9B-DA96-FDB6-3299A6F777AE}"/>
          </ac:picMkLst>
        </pc:picChg>
        <pc:picChg chg="mod">
          <ac:chgData name="Scott Corio" userId="dbe1492c70b6d8a8" providerId="LiveId" clId="{C0A32B92-FFB3-4116-9370-C21BA5ED7C08}" dt="2026-03-23T22:30:18.105" v="2" actId="14826"/>
          <ac:picMkLst>
            <pc:docMk/>
            <pc:sldMk cId="2749782532" sldId="260"/>
            <ac:picMk id="13" creationId="{62CD6E66-EAB9-E15A-71BD-FB2D4F9AE9AD}"/>
          </ac:picMkLst>
        </pc:picChg>
      </pc:sldChg>
      <pc:sldChg chg="addSp delSp modSp new mod modClrScheme chgLayout">
        <pc:chgData name="Scott Corio" userId="dbe1492c70b6d8a8" providerId="LiveId" clId="{C0A32B92-FFB3-4116-9370-C21BA5ED7C08}" dt="2026-03-23T22:50:30.168" v="380" actId="20577"/>
        <pc:sldMkLst>
          <pc:docMk/>
          <pc:sldMk cId="2854653094" sldId="266"/>
        </pc:sldMkLst>
        <pc:spChg chg="add mod ord">
          <ac:chgData name="Scott Corio" userId="dbe1492c70b6d8a8" providerId="LiveId" clId="{C0A32B92-FFB3-4116-9370-C21BA5ED7C08}" dt="2026-03-23T22:36:18.311" v="157" actId="20577"/>
          <ac:spMkLst>
            <pc:docMk/>
            <pc:sldMk cId="2854653094" sldId="266"/>
            <ac:spMk id="4" creationId="{F31B0A60-31EE-3221-8284-4DCBD97D21D9}"/>
          </ac:spMkLst>
        </pc:spChg>
        <pc:spChg chg="add mod ord">
          <ac:chgData name="Scott Corio" userId="dbe1492c70b6d8a8" providerId="LiveId" clId="{C0A32B92-FFB3-4116-9370-C21BA5ED7C08}" dt="2026-03-23T22:50:30.168" v="380" actId="20577"/>
          <ac:spMkLst>
            <pc:docMk/>
            <pc:sldMk cId="2854653094" sldId="266"/>
            <ac:spMk id="5" creationId="{D6388CE4-7F9C-4D99-8F8A-4BA936F3527F}"/>
          </ac:spMkLst>
        </pc:spChg>
      </pc:sldChg>
      <pc:sldChg chg="addSp delSp modSp new mod modClrScheme chgLayout">
        <pc:chgData name="Scott Corio" userId="dbe1492c70b6d8a8" providerId="LiveId" clId="{C0A32B92-FFB3-4116-9370-C21BA5ED7C08}" dt="2026-03-23T23:05:35.506" v="924" actId="20577"/>
        <pc:sldMkLst>
          <pc:docMk/>
          <pc:sldMk cId="3865725910" sldId="267"/>
        </pc:sldMkLst>
        <pc:spChg chg="mod ord">
          <ac:chgData name="Scott Corio" userId="dbe1492c70b6d8a8" providerId="LiveId" clId="{C0A32B92-FFB3-4116-9370-C21BA5ED7C08}" dt="2026-03-23T22:52:51.515" v="411" actId="700"/>
          <ac:spMkLst>
            <pc:docMk/>
            <pc:sldMk cId="3865725910" sldId="267"/>
            <ac:spMk id="2" creationId="{34D64A68-B96A-2236-AEB9-7506C7DBC680}"/>
          </ac:spMkLst>
        </pc:spChg>
        <pc:spChg chg="add mod ord">
          <ac:chgData name="Scott Corio" userId="dbe1492c70b6d8a8" providerId="LiveId" clId="{C0A32B92-FFB3-4116-9370-C21BA5ED7C08}" dt="2026-03-23T22:52:54.570" v="417" actId="20577"/>
          <ac:spMkLst>
            <pc:docMk/>
            <pc:sldMk cId="3865725910" sldId="267"/>
            <ac:spMk id="6" creationId="{DC109282-926A-1084-CC8F-B27DF9541BD4}"/>
          </ac:spMkLst>
        </pc:spChg>
        <pc:spChg chg="add mod ord">
          <ac:chgData name="Scott Corio" userId="dbe1492c70b6d8a8" providerId="LiveId" clId="{C0A32B92-FFB3-4116-9370-C21BA5ED7C08}" dt="2026-03-23T23:05:35.506" v="924" actId="20577"/>
          <ac:spMkLst>
            <pc:docMk/>
            <pc:sldMk cId="3865725910" sldId="267"/>
            <ac:spMk id="7" creationId="{3EE6F628-854C-5D52-98CA-552F86763885}"/>
          </ac:spMkLst>
        </pc:spChg>
        <pc:spChg chg="add mod ord">
          <ac:chgData name="Scott Corio" userId="dbe1492c70b6d8a8" providerId="LiveId" clId="{C0A32B92-FFB3-4116-9370-C21BA5ED7C08}" dt="2026-03-23T22:53:05.972" v="429" actId="20577"/>
          <ac:spMkLst>
            <pc:docMk/>
            <pc:sldMk cId="3865725910" sldId="267"/>
            <ac:spMk id="8" creationId="{A8FC44D3-0296-AEB8-46C0-6CD648630435}"/>
          </ac:spMkLst>
        </pc:spChg>
        <pc:spChg chg="add mod ord">
          <ac:chgData name="Scott Corio" userId="dbe1492c70b6d8a8" providerId="LiveId" clId="{C0A32B92-FFB3-4116-9370-C21BA5ED7C08}" dt="2026-03-23T23:05:22.756" v="881" actId="20577"/>
          <ac:spMkLst>
            <pc:docMk/>
            <pc:sldMk cId="3865725910" sldId="267"/>
            <ac:spMk id="9" creationId="{1E03F954-E930-A587-86AB-B3B846D64CA8}"/>
          </ac:spMkLst>
        </pc:spChg>
      </pc:sldChg>
      <pc:sldChg chg="addSp delSp modSp new mod modClrScheme chgLayout">
        <pc:chgData name="Scott Corio" userId="dbe1492c70b6d8a8" providerId="LiveId" clId="{C0A32B92-FFB3-4116-9370-C21BA5ED7C08}" dt="2026-03-23T22:57:39.123" v="701" actId="20577"/>
        <pc:sldMkLst>
          <pc:docMk/>
          <pc:sldMk cId="446580321" sldId="268"/>
        </pc:sldMkLst>
        <pc:spChg chg="add mod ord">
          <ac:chgData name="Scott Corio" userId="dbe1492c70b6d8a8" providerId="LiveId" clId="{C0A32B92-FFB3-4116-9370-C21BA5ED7C08}" dt="2026-03-23T22:57:13.563" v="666" actId="20577"/>
          <ac:spMkLst>
            <pc:docMk/>
            <pc:sldMk cId="446580321" sldId="268"/>
            <ac:spMk id="7" creationId="{6C835F3D-AA41-54AB-4CEA-D572B0CF489B}"/>
          </ac:spMkLst>
        </pc:spChg>
        <pc:spChg chg="add mod ord">
          <ac:chgData name="Scott Corio" userId="dbe1492c70b6d8a8" providerId="LiveId" clId="{C0A32B92-FFB3-4116-9370-C21BA5ED7C08}" dt="2026-03-23T22:57:39.123" v="701" actId="20577"/>
          <ac:spMkLst>
            <pc:docMk/>
            <pc:sldMk cId="446580321" sldId="268"/>
            <ac:spMk id="8" creationId="{B8B7BB80-3780-8C00-82F8-242DB98CC5F6}"/>
          </ac:spMkLst>
        </pc:spChg>
      </pc:sldChg>
      <pc:sldChg chg="addSp delSp modSp new mod modClrScheme chgLayout">
        <pc:chgData name="Scott Corio" userId="dbe1492c70b6d8a8" providerId="LiveId" clId="{C0A32B92-FFB3-4116-9370-C21BA5ED7C08}" dt="2026-03-23T23:11:20.608" v="1408" actId="20577"/>
        <pc:sldMkLst>
          <pc:docMk/>
          <pc:sldMk cId="4074558942" sldId="269"/>
        </pc:sldMkLst>
        <pc:spChg chg="add mod ord">
          <ac:chgData name="Scott Corio" userId="dbe1492c70b6d8a8" providerId="LiveId" clId="{C0A32B92-FFB3-4116-9370-C21BA5ED7C08}" dt="2026-03-23T23:05:54.502" v="944" actId="20577"/>
          <ac:spMkLst>
            <pc:docMk/>
            <pc:sldMk cId="4074558942" sldId="269"/>
            <ac:spMk id="7" creationId="{F5210502-CAB7-D11D-CA67-A70173F5115D}"/>
          </ac:spMkLst>
        </pc:spChg>
        <pc:spChg chg="add mod ord">
          <ac:chgData name="Scott Corio" userId="dbe1492c70b6d8a8" providerId="LiveId" clId="{C0A32B92-FFB3-4116-9370-C21BA5ED7C08}" dt="2026-03-23T23:11:20.608" v="1408" actId="20577"/>
          <ac:spMkLst>
            <pc:docMk/>
            <pc:sldMk cId="4074558942" sldId="269"/>
            <ac:spMk id="8" creationId="{7F9C2E94-2BA8-FEF3-67D2-92FE09B248F8}"/>
          </ac:spMkLst>
        </pc:spChg>
      </pc:sldChg>
      <pc:sldChg chg="modSp new mod">
        <pc:chgData name="Scott Corio" userId="dbe1492c70b6d8a8" providerId="LiveId" clId="{C0A32B92-FFB3-4116-9370-C21BA5ED7C08}" dt="2026-03-23T23:15:25.712" v="1740" actId="20577"/>
        <pc:sldMkLst>
          <pc:docMk/>
          <pc:sldMk cId="2939683443" sldId="270"/>
        </pc:sldMkLst>
        <pc:spChg chg="mod">
          <ac:chgData name="Scott Corio" userId="dbe1492c70b6d8a8" providerId="LiveId" clId="{C0A32B92-FFB3-4116-9370-C21BA5ED7C08}" dt="2026-03-23T23:13:07.633" v="1428" actId="20577"/>
          <ac:spMkLst>
            <pc:docMk/>
            <pc:sldMk cId="2939683443" sldId="270"/>
            <ac:spMk id="2" creationId="{9CEE2E99-6A55-7AA1-E396-99D96E0B32A2}"/>
          </ac:spMkLst>
        </pc:spChg>
        <pc:spChg chg="mod">
          <ac:chgData name="Scott Corio" userId="dbe1492c70b6d8a8" providerId="LiveId" clId="{C0A32B92-FFB3-4116-9370-C21BA5ED7C08}" dt="2026-03-23T23:15:25.712" v="1740" actId="20577"/>
          <ac:spMkLst>
            <pc:docMk/>
            <pc:sldMk cId="2939683443" sldId="270"/>
            <ac:spMk id="3" creationId="{FD76FC56-D365-E6ED-6965-38018A4F7BFC}"/>
          </ac:spMkLst>
        </pc:spChg>
      </pc:sldChg>
      <pc:sldChg chg="modSp new mod">
        <pc:chgData name="Scott Corio" userId="dbe1492c70b6d8a8" providerId="LiveId" clId="{C0A32B92-FFB3-4116-9370-C21BA5ED7C08}" dt="2026-03-23T23:35:20.895" v="2352" actId="20577"/>
        <pc:sldMkLst>
          <pc:docMk/>
          <pc:sldMk cId="1934329430" sldId="271"/>
        </pc:sldMkLst>
        <pc:spChg chg="mod">
          <ac:chgData name="Scott Corio" userId="dbe1492c70b6d8a8" providerId="LiveId" clId="{C0A32B92-FFB3-4116-9370-C21BA5ED7C08}" dt="2026-03-23T23:26:45.422" v="1768" actId="20577"/>
          <ac:spMkLst>
            <pc:docMk/>
            <pc:sldMk cId="1934329430" sldId="271"/>
            <ac:spMk id="2" creationId="{F10E0163-0CC8-BE69-69C3-EAA94AC4F8A3}"/>
          </ac:spMkLst>
        </pc:spChg>
        <pc:spChg chg="mod">
          <ac:chgData name="Scott Corio" userId="dbe1492c70b6d8a8" providerId="LiveId" clId="{C0A32B92-FFB3-4116-9370-C21BA5ED7C08}" dt="2026-03-23T23:35:20.895" v="2352" actId="20577"/>
          <ac:spMkLst>
            <pc:docMk/>
            <pc:sldMk cId="1934329430" sldId="271"/>
            <ac:spMk id="3" creationId="{79AA8009-D252-9A12-06A5-06A9CB5EE6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sv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sv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63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88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cing/calculator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DevOps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Setting up your Environment for Success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David Brook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Scott Corio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/>
              <a:t>dbbrook24</a:t>
            </a:r>
          </a:p>
          <a:p>
            <a:r>
              <a:rPr lang="en-US" dirty="0"/>
              <a:t>in/</a:t>
            </a:r>
            <a:r>
              <a:rPr lang="en-US" dirty="0" err="1"/>
              <a:t>davidbrookcxp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 err="1"/>
              <a:t>DumpsterDave</a:t>
            </a:r>
            <a:endParaRPr lang="en-US" dirty="0"/>
          </a:p>
          <a:p>
            <a:r>
              <a:rPr lang="en-US" dirty="0"/>
              <a:t>   in/</a:t>
            </a:r>
            <a:r>
              <a:rPr lang="en-US" dirty="0" err="1"/>
              <a:t>ScottCorio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 fontScale="92500"/>
          </a:bodyPr>
          <a:lstStyle/>
          <a:p>
            <a:r>
              <a:rPr lang="en-US" dirty="0"/>
              <a:t>Managing Consultant, Intune MVP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Cloud Architect, Azure MVP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6DAF7F0-41C0-0FFE-E4A3-03DC4A610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162" y="5720614"/>
            <a:ext cx="476250" cy="4762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7" name="Picture 16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A41FE4A7-D719-AE27-CECB-7BAF254940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924" y="5261408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Before You Show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you already understand the following:</a:t>
            </a:r>
          </a:p>
          <a:p>
            <a:pPr lvl="1"/>
            <a:r>
              <a:rPr lang="en-US" dirty="0"/>
              <a:t>No prior </a:t>
            </a:r>
            <a:r>
              <a:rPr lang="en-US"/>
              <a:t>knowledge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B0A60-31EE-3221-8284-4DCBD97D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Azure DevOps and Why?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388CE4-7F9C-4D99-8F8A-4BA936F35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vs Azure DevOps</a:t>
            </a:r>
          </a:p>
          <a:p>
            <a:pPr lvl="1"/>
            <a:r>
              <a:rPr lang="en-US" dirty="0"/>
              <a:t>Should I use GitHub?  DevOps?  Both??</a:t>
            </a:r>
          </a:p>
          <a:p>
            <a:r>
              <a:rPr lang="en-US" dirty="0"/>
              <a:t>What makes up DevOps</a:t>
            </a:r>
          </a:p>
          <a:p>
            <a:pPr lvl="1"/>
            <a:r>
              <a:rPr lang="en-US" dirty="0"/>
              <a:t>Boards</a:t>
            </a:r>
          </a:p>
          <a:p>
            <a:pPr lvl="1"/>
            <a:r>
              <a:rPr lang="en-US" dirty="0"/>
              <a:t>Repositories</a:t>
            </a:r>
          </a:p>
          <a:p>
            <a:pPr lvl="1"/>
            <a:r>
              <a:rPr lang="en-US" dirty="0"/>
              <a:t>Artifacts</a:t>
            </a:r>
          </a:p>
          <a:p>
            <a:pPr lvl="1"/>
            <a:r>
              <a:rPr lang="en-US" dirty="0"/>
              <a:t>Pipelines</a:t>
            </a:r>
          </a:p>
          <a:p>
            <a:pPr lvl="1"/>
            <a:r>
              <a:rPr lang="en-US" dirty="0"/>
              <a:t>Test Plans</a:t>
            </a:r>
          </a:p>
          <a:p>
            <a:r>
              <a:rPr lang="en-US" dirty="0"/>
              <a:t>Branch Strategies</a:t>
            </a:r>
          </a:p>
          <a:p>
            <a:r>
              <a:rPr lang="en-US" dirty="0"/>
              <a:t>Integrating with Azure and External Services</a:t>
            </a:r>
          </a:p>
        </p:txBody>
      </p:sp>
    </p:spTree>
    <p:extLst>
      <p:ext uri="{BB962C8B-B14F-4D97-AF65-F5344CB8AC3E}">
        <p14:creationId xmlns:p14="http://schemas.microsoft.com/office/powerpoint/2010/main" val="285465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4A68-B96A-2236-AEB9-7506C7DB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vs Azure DevOps (ADO)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109282-926A-1084-CC8F-B27DF9541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E6F628-854C-5D52-98CA-552F867638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Starts at $21/user/</a:t>
            </a:r>
            <a:r>
              <a:rPr lang="en-US" dirty="0" err="1"/>
              <a:t>mo</a:t>
            </a:r>
            <a:endParaRPr lang="en-US" dirty="0"/>
          </a:p>
          <a:p>
            <a:r>
              <a:rPr lang="en-US" dirty="0"/>
              <a:t>Metered or PUF model</a:t>
            </a:r>
          </a:p>
          <a:p>
            <a:r>
              <a:rPr lang="en-US" dirty="0"/>
              <a:t>Not </a:t>
            </a:r>
            <a:r>
              <a:rPr lang="en-US" dirty="0" err="1"/>
              <a:t>GxP</a:t>
            </a:r>
            <a:r>
              <a:rPr lang="en-US" dirty="0"/>
              <a:t> Compliant</a:t>
            </a:r>
          </a:p>
          <a:p>
            <a:r>
              <a:rPr lang="en-US" dirty="0"/>
              <a:t>More Future Capabilities</a:t>
            </a:r>
          </a:p>
          <a:p>
            <a:r>
              <a:rPr lang="en-US" dirty="0"/>
              <a:t>Actions cost money</a:t>
            </a:r>
          </a:p>
          <a:p>
            <a:r>
              <a:rPr lang="en-US" dirty="0"/>
              <a:t>Team/Project management in its infancy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FC44D3-0296-AEB8-46C0-6CD648630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Azure DevOps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03F954-E930-A587-86AB-B3B846D64CA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Free for Stakeholders, $6/user/</a:t>
            </a:r>
            <a:r>
              <a:rPr lang="en-US" dirty="0" err="1"/>
              <a:t>mo</a:t>
            </a:r>
            <a:r>
              <a:rPr lang="en-US" dirty="0"/>
              <a:t> for Basic</a:t>
            </a:r>
          </a:p>
          <a:p>
            <a:r>
              <a:rPr lang="en-US" dirty="0"/>
              <a:t>Metered Usage only, billed against an Azure Subscription</a:t>
            </a:r>
          </a:p>
          <a:p>
            <a:r>
              <a:rPr lang="en-US" dirty="0" err="1"/>
              <a:t>GxP</a:t>
            </a:r>
            <a:r>
              <a:rPr lang="en-US" dirty="0"/>
              <a:t> Compliant</a:t>
            </a:r>
          </a:p>
          <a:p>
            <a:r>
              <a:rPr lang="en-US" dirty="0"/>
              <a:t>No more MCP Updates</a:t>
            </a:r>
          </a:p>
          <a:p>
            <a:r>
              <a:rPr lang="en-US" dirty="0"/>
              <a:t>Pipelines are free (to an extent)</a:t>
            </a:r>
          </a:p>
          <a:p>
            <a:r>
              <a:rPr lang="en-US" dirty="0"/>
              <a:t>Team/Project Management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72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210502-CAB7-D11D-CA67-A70173F5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DevOps Parts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9C2E94-2BA8-FEF3-67D2-92FE09B24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Boards</a:t>
            </a:r>
          </a:p>
          <a:p>
            <a:pPr lvl="1"/>
            <a:r>
              <a:rPr lang="en-US" dirty="0"/>
              <a:t>Project/Work Tracking.  Agile, SCRUM, CMMI (Waterfall), and Basic out of the box.  Can create custom processes based off one of these</a:t>
            </a:r>
          </a:p>
          <a:p>
            <a:r>
              <a:rPr lang="en-US" dirty="0"/>
              <a:t>Repos</a:t>
            </a:r>
          </a:p>
          <a:p>
            <a:pPr lvl="1"/>
            <a:r>
              <a:rPr lang="en-US" dirty="0"/>
              <a:t>Git Code Repositories</a:t>
            </a:r>
          </a:p>
          <a:p>
            <a:r>
              <a:rPr lang="en-US" dirty="0"/>
              <a:t>Pipelines</a:t>
            </a:r>
          </a:p>
          <a:p>
            <a:pPr lvl="1"/>
            <a:r>
              <a:rPr lang="en-US" dirty="0"/>
              <a:t>Agents run build tasks</a:t>
            </a:r>
          </a:p>
          <a:p>
            <a:r>
              <a:rPr lang="en-US" dirty="0"/>
              <a:t>Artifacts</a:t>
            </a:r>
          </a:p>
          <a:p>
            <a:pPr lvl="1"/>
            <a:r>
              <a:rPr lang="en-US" dirty="0"/>
              <a:t>Can publish packages to a feed for your project, other projects, or external sources</a:t>
            </a:r>
          </a:p>
          <a:p>
            <a:r>
              <a:rPr lang="en-US" dirty="0"/>
              <a:t>Test Plans</a:t>
            </a:r>
          </a:p>
          <a:p>
            <a:pPr lvl="1"/>
            <a:r>
              <a:rPr lang="en-US" dirty="0"/>
              <a:t>Execute unit tests on code</a:t>
            </a:r>
          </a:p>
        </p:txBody>
      </p:sp>
    </p:spTree>
    <p:extLst>
      <p:ext uri="{BB962C8B-B14F-4D97-AF65-F5344CB8AC3E}">
        <p14:creationId xmlns:p14="http://schemas.microsoft.com/office/powerpoint/2010/main" val="407455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2E99-6A55-7AA1-E396-99D96E0B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6FC56-D365-E6ED-6965-38018A4F7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people will be working with your "code"</a:t>
            </a:r>
          </a:p>
          <a:p>
            <a:r>
              <a:rPr lang="en-US" dirty="0"/>
              <a:t>Is the project managed?  Does it have a PM?  Release cycles?</a:t>
            </a:r>
          </a:p>
          <a:p>
            <a:r>
              <a:rPr lang="en-US" dirty="0"/>
              <a:t>How do you want to handle the history of your code (Merge Type)?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8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0163-0CC8-BE69-69C3-EAA94AC4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the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A8009-D252-9A12-06A5-06A9CB5EE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Project per App?</a:t>
            </a:r>
          </a:p>
          <a:p>
            <a:pPr lvl="1"/>
            <a:r>
              <a:rPr lang="en-US" dirty="0"/>
              <a:t>All code including </a:t>
            </a:r>
            <a:r>
              <a:rPr lang="en-US" dirty="0" err="1"/>
              <a:t>IaC</a:t>
            </a:r>
            <a:r>
              <a:rPr lang="en-US" dirty="0"/>
              <a:t> Templates and App code in one place</a:t>
            </a:r>
          </a:p>
          <a:p>
            <a:pPr lvl="1"/>
            <a:r>
              <a:rPr lang="en-US" dirty="0"/>
              <a:t>Allows Developers to control their application infrastructure configuration</a:t>
            </a:r>
          </a:p>
          <a:p>
            <a:pPr lvl="1"/>
            <a:r>
              <a:rPr lang="en-US" dirty="0"/>
              <a:t>Can use Approvals on Service Connections to allow oversight on Infra Changes</a:t>
            </a:r>
          </a:p>
          <a:p>
            <a:pPr lvl="1"/>
            <a:r>
              <a:rPr lang="en-US" dirty="0"/>
              <a:t>Fewer Pipelines</a:t>
            </a:r>
          </a:p>
          <a:p>
            <a:pPr lvl="1"/>
            <a:r>
              <a:rPr lang="en-US" dirty="0"/>
              <a:t>May require or allow co-mingling of normally isolated silos if not done correctly</a:t>
            </a:r>
          </a:p>
          <a:p>
            <a:r>
              <a:rPr lang="en-US" dirty="0"/>
              <a:t>One Project for ALL </a:t>
            </a:r>
            <a:r>
              <a:rPr lang="en-US" dirty="0" err="1"/>
              <a:t>IaC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All </a:t>
            </a:r>
            <a:r>
              <a:rPr lang="en-US" dirty="0" err="1"/>
              <a:t>IaC</a:t>
            </a:r>
            <a:r>
              <a:rPr lang="en-US" dirty="0"/>
              <a:t> code is in one place</a:t>
            </a:r>
          </a:p>
          <a:p>
            <a:pPr lvl="1"/>
            <a:r>
              <a:rPr lang="en-US" dirty="0"/>
              <a:t>Multiple Repos can be harder to track</a:t>
            </a:r>
          </a:p>
          <a:p>
            <a:pPr lvl="1"/>
            <a:r>
              <a:rPr lang="en-US" dirty="0"/>
              <a:t>Many Pipelines can make it hard to track </a:t>
            </a:r>
          </a:p>
        </p:txBody>
      </p:sp>
    </p:spTree>
    <p:extLst>
      <p:ext uri="{BB962C8B-B14F-4D97-AF65-F5344CB8AC3E}">
        <p14:creationId xmlns:p14="http://schemas.microsoft.com/office/powerpoint/2010/main" val="193432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835F3D-AA41-54AB-4CEA-D572B0CF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B7BB80-3780-8C00-82F8-242DB98CC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GitHub Pricing Calculator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58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2026atMOA.potx" id="{C0EA89D2-3C39-4E3B-8C7D-61207489A7A6}" vid="{831415BC-B640-486E-8B9F-9A91F0CD06B0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2026atMOA.potx" id="{C0EA89D2-3C39-4E3B-8C7D-61207489A7A6}" vid="{B32784F3-23DD-4C9A-A8A3-B31A58F6D8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9926a708316be73da3f3a5bd4ff97d05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b04a7c4ced30567db5a7e999b24446c0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9C335D-62A5-479D-8FAE-C7FE39281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MMS2026atMOA</Template>
  <TotalTime>77</TotalTime>
  <Words>395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DevOps Foundations</vt:lpstr>
      <vt:lpstr>Attention</vt:lpstr>
      <vt:lpstr>PowerPoint Presentation</vt:lpstr>
      <vt:lpstr>Know Before You Show</vt:lpstr>
      <vt:lpstr>What is Azure DevOps and Why?</vt:lpstr>
      <vt:lpstr>GitHub vs Azure DevOps (ADO)</vt:lpstr>
      <vt:lpstr>Azure DevOps Parts</vt:lpstr>
      <vt:lpstr>Branch Strategies</vt:lpstr>
      <vt:lpstr>Organizing the Organization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2025 at MOA</dc:subject>
  <dc:creator>Scott Corio</dc:creator>
  <cp:lastModifiedBy>Scott Corio</cp:lastModifiedBy>
  <cp:revision>1</cp:revision>
  <dcterms:created xsi:type="dcterms:W3CDTF">2026-03-23T22:26:33Z</dcterms:created>
  <dcterms:modified xsi:type="dcterms:W3CDTF">2026-03-25T00:23:59Z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