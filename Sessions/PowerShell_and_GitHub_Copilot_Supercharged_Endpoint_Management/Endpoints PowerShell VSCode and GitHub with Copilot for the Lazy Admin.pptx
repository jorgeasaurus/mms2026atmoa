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27"/>
  </p:notesMasterIdLst>
  <p:handoutMasterIdLst>
    <p:handoutMasterId r:id="rId28"/>
  </p:handoutMasterIdLst>
  <p:sldIdLst>
    <p:sldId id="256" r:id="rId6"/>
    <p:sldId id="264" r:id="rId7"/>
    <p:sldId id="260" r:id="rId8"/>
    <p:sldId id="267" r:id="rId9"/>
    <p:sldId id="277" r:id="rId10"/>
    <p:sldId id="258" r:id="rId11"/>
    <p:sldId id="268" r:id="rId12"/>
    <p:sldId id="269" r:id="rId13"/>
    <p:sldId id="275" r:id="rId14"/>
    <p:sldId id="272" r:id="rId15"/>
    <p:sldId id="274" r:id="rId16"/>
    <p:sldId id="257" r:id="rId17"/>
    <p:sldId id="259" r:id="rId18"/>
    <p:sldId id="270" r:id="rId19"/>
    <p:sldId id="271" r:id="rId20"/>
    <p:sldId id="276" r:id="rId21"/>
    <p:sldId id="278" r:id="rId22"/>
    <p:sldId id="279" r:id="rId23"/>
    <p:sldId id="266" r:id="rId24"/>
    <p:sldId id="263" r:id="rId25"/>
    <p:sldId id="26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4"/>
            <p14:sldId id="260"/>
          </p14:sldIdLst>
        </p14:section>
        <p14:section name="Presentation" id="{88398753-748C-4CE7-B81D-D95829EA2652}">
          <p14:sldIdLst>
            <p14:sldId id="267"/>
            <p14:sldId id="277"/>
            <p14:sldId id="258"/>
            <p14:sldId id="268"/>
            <p14:sldId id="269"/>
            <p14:sldId id="275"/>
            <p14:sldId id="272"/>
            <p14:sldId id="274"/>
            <p14:sldId id="257"/>
            <p14:sldId id="259"/>
            <p14:sldId id="270"/>
            <p14:sldId id="271"/>
            <p14:sldId id="276"/>
            <p14:sldId id="278"/>
            <p14:sldId id="279"/>
          </p14:sldIdLst>
        </p14:section>
        <p14:section name="Closing" id="{35F0DD0F-C871-4339-9D6B-25AB6010E816}">
          <p14:sldIdLst>
            <p14:sldId id="266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5023F3-3B97-4AF4-ABE4-1753CF75EC54}" v="35" dt="2026-04-08T20:34:25.341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86756" autoAdjust="0"/>
  </p:normalViewPr>
  <p:slideViewPr>
    <p:cSldViewPr snapToGrid="0">
      <p:cViewPr varScale="1">
        <p:scale>
          <a:sx n="131" d="100"/>
          <a:sy n="131" d="100"/>
        </p:scale>
        <p:origin x="440" y="3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y Blok" userId="e4985c634214dda8" providerId="LiveId" clId="{4A47A788-8669-46DC-9E71-30786554030F}"/>
    <pc:docChg chg="custSel addSld modSld sldOrd modSection">
      <pc:chgData name="Gary Blok" userId="e4985c634214dda8" providerId="LiveId" clId="{4A47A788-8669-46DC-9E71-30786554030F}" dt="2026-03-23T03:30:17" v="626" actId="20577"/>
      <pc:docMkLst>
        <pc:docMk/>
      </pc:docMkLst>
      <pc:sldChg chg="modSp mod">
        <pc:chgData name="Gary Blok" userId="e4985c634214dda8" providerId="LiveId" clId="{4A47A788-8669-46DC-9E71-30786554030F}" dt="2026-03-23T03:11:11.153" v="80" actId="20577"/>
        <pc:sldMkLst>
          <pc:docMk/>
          <pc:sldMk cId="4018952155" sldId="256"/>
        </pc:sldMkLst>
        <pc:spChg chg="mod">
          <ac:chgData name="Gary Blok" userId="e4985c634214dda8" providerId="LiveId" clId="{4A47A788-8669-46DC-9E71-30786554030F}" dt="2026-03-23T03:10:58.454" v="51" actId="20577"/>
          <ac:spMkLst>
            <pc:docMk/>
            <pc:sldMk cId="4018952155" sldId="256"/>
            <ac:spMk id="2" creationId="{2313B669-2341-DF39-C682-5CB469879095}"/>
          </ac:spMkLst>
        </pc:spChg>
        <pc:spChg chg="mod">
          <ac:chgData name="Gary Blok" userId="e4985c634214dda8" providerId="LiveId" clId="{4A47A788-8669-46DC-9E71-30786554030F}" dt="2026-03-23T03:11:11.153" v="80" actId="20577"/>
          <ac:spMkLst>
            <pc:docMk/>
            <pc:sldMk cId="4018952155" sldId="256"/>
            <ac:spMk id="3" creationId="{B7806C1F-6D02-FA11-F860-B05CFAC0C160}"/>
          </ac:spMkLst>
        </pc:spChg>
      </pc:sldChg>
      <pc:sldChg chg="modSp mod">
        <pc:chgData name="Gary Blok" userId="e4985c634214dda8" providerId="LiveId" clId="{4A47A788-8669-46DC-9E71-30786554030F}" dt="2026-03-23T03:15:17.184" v="182" actId="20577"/>
        <pc:sldMkLst>
          <pc:docMk/>
          <pc:sldMk cId="2279942714" sldId="258"/>
        </pc:sldMkLst>
        <pc:spChg chg="mod">
          <ac:chgData name="Gary Blok" userId="e4985c634214dda8" providerId="LiveId" clId="{4A47A788-8669-46DC-9E71-30786554030F}" dt="2026-03-23T03:15:04.303" v="148" actId="20577"/>
          <ac:spMkLst>
            <pc:docMk/>
            <pc:sldMk cId="2279942714" sldId="258"/>
            <ac:spMk id="4" creationId="{2FD73D28-962F-8E43-5907-544A140D2750}"/>
          </ac:spMkLst>
        </pc:spChg>
        <pc:spChg chg="mod">
          <ac:chgData name="Gary Blok" userId="e4985c634214dda8" providerId="LiveId" clId="{4A47A788-8669-46DC-9E71-30786554030F}" dt="2026-03-23T03:15:17.184" v="182" actId="20577"/>
          <ac:spMkLst>
            <pc:docMk/>
            <pc:sldMk cId="2279942714" sldId="258"/>
            <ac:spMk id="5" creationId="{3B30A130-0D00-7790-26E9-044787E6435F}"/>
          </ac:spMkLst>
        </pc:spChg>
      </pc:sldChg>
      <pc:sldChg chg="addSp delSp modSp mod">
        <pc:chgData name="Gary Blok" userId="e4985c634214dda8" providerId="LiveId" clId="{4A47A788-8669-46DC-9E71-30786554030F}" dt="2026-03-23T03:14:48.536" v="131" actId="1076"/>
        <pc:sldMkLst>
          <pc:docMk/>
          <pc:sldMk cId="2749782532" sldId="260"/>
        </pc:sldMkLst>
        <pc:spChg chg="mod">
          <ac:chgData name="Gary Blok" userId="e4985c634214dda8" providerId="LiveId" clId="{4A47A788-8669-46DC-9E71-30786554030F}" dt="2026-03-23T03:11:32.850" v="89" actId="20577"/>
          <ac:spMkLst>
            <pc:docMk/>
            <pc:sldMk cId="2749782532" sldId="260"/>
            <ac:spMk id="4" creationId="{1BFB68CD-CB12-32EF-1CFE-54C294C3E92D}"/>
          </ac:spMkLst>
        </pc:spChg>
        <pc:spChg chg="mod">
          <ac:chgData name="Gary Blok" userId="e4985c634214dda8" providerId="LiveId" clId="{4A47A788-8669-46DC-9E71-30786554030F}" dt="2026-03-23T03:12:38.425" v="127"/>
          <ac:spMkLst>
            <pc:docMk/>
            <pc:sldMk cId="2749782532" sldId="260"/>
            <ac:spMk id="6" creationId="{86485DDC-10A4-A946-6EE8-700508002C72}"/>
          </ac:spMkLst>
        </pc:spChg>
        <pc:spChg chg="mod">
          <ac:chgData name="Gary Blok" userId="e4985c634214dda8" providerId="LiveId" clId="{4A47A788-8669-46DC-9E71-30786554030F}" dt="2026-03-23T03:11:57.444" v="114" actId="20577"/>
          <ac:spMkLst>
            <pc:docMk/>
            <pc:sldMk cId="2749782532" sldId="260"/>
            <ac:spMk id="8" creationId="{20280E57-51A9-979B-C838-5F016A209FD7}"/>
          </ac:spMkLst>
        </pc:spChg>
        <pc:picChg chg="mod">
          <ac:chgData name="Gary Blok" userId="e4985c634214dda8" providerId="LiveId" clId="{4A47A788-8669-46DC-9E71-30786554030F}" dt="2026-03-23T03:12:15.059" v="126" actId="1076"/>
          <ac:picMkLst>
            <pc:docMk/>
            <pc:sldMk cId="2749782532" sldId="260"/>
            <ac:picMk id="2" creationId="{F80AD796-A5D0-185E-0D02-1A4E093DDB8D}"/>
          </ac:picMkLst>
        </pc:picChg>
        <pc:picChg chg="add mod">
          <ac:chgData name="Gary Blok" userId="e4985c634214dda8" providerId="LiveId" clId="{4A47A788-8669-46DC-9E71-30786554030F}" dt="2026-03-23T03:14:48.536" v="131" actId="1076"/>
          <ac:picMkLst>
            <pc:docMk/>
            <pc:sldMk cId="2749782532" sldId="260"/>
            <ac:picMk id="15" creationId="{55818A32-36E2-22C0-8E75-A06A1F19A398}"/>
          </ac:picMkLst>
        </pc:picChg>
      </pc:sldChg>
      <pc:sldChg chg="modSp new mod ord modClrScheme chgLayout">
        <pc:chgData name="Gary Blok" userId="e4985c634214dda8" providerId="LiveId" clId="{4A47A788-8669-46DC-9E71-30786554030F}" dt="2026-03-23T03:20:15.160" v="504" actId="20577"/>
        <pc:sldMkLst>
          <pc:docMk/>
          <pc:sldMk cId="1451936718" sldId="267"/>
        </pc:sldMkLst>
        <pc:spChg chg="mod">
          <ac:chgData name="Gary Blok" userId="e4985c634214dda8" providerId="LiveId" clId="{4A47A788-8669-46DC-9E71-30786554030F}" dt="2026-03-23T03:15:45.755" v="184" actId="26606"/>
          <ac:spMkLst>
            <pc:docMk/>
            <pc:sldMk cId="1451936718" sldId="267"/>
            <ac:spMk id="2" creationId="{2CBABEF7-92EB-CAB0-1483-48E0DC3513C5}"/>
          </ac:spMkLst>
        </pc:spChg>
        <pc:spChg chg="mod">
          <ac:chgData name="Gary Blok" userId="e4985c634214dda8" providerId="LiveId" clId="{4A47A788-8669-46DC-9E71-30786554030F}" dt="2026-03-23T03:20:15.160" v="504" actId="20577"/>
          <ac:spMkLst>
            <pc:docMk/>
            <pc:sldMk cId="1451936718" sldId="267"/>
            <ac:spMk id="3" creationId="{3F7E10A6-8E48-7B47-D9A7-6BD10095BAD2}"/>
          </ac:spMkLst>
        </pc:spChg>
      </pc:sldChg>
      <pc:sldChg chg="modSp add mod">
        <pc:chgData name="Gary Blok" userId="e4985c634214dda8" providerId="LiveId" clId="{4A47A788-8669-46DC-9E71-30786554030F}" dt="2026-03-23T03:24:26.717" v="620" actId="20577"/>
        <pc:sldMkLst>
          <pc:docMk/>
          <pc:sldMk cId="254814355" sldId="268"/>
        </pc:sldMkLst>
        <pc:spChg chg="mod">
          <ac:chgData name="Gary Blok" userId="e4985c634214dda8" providerId="LiveId" clId="{4A47A788-8669-46DC-9E71-30786554030F}" dt="2026-03-23T03:23:49.064" v="544" actId="20577"/>
          <ac:spMkLst>
            <pc:docMk/>
            <pc:sldMk cId="254814355" sldId="268"/>
            <ac:spMk id="2" creationId="{37449B81-E414-BECC-8CBF-FF6498EC976B}"/>
          </ac:spMkLst>
        </pc:spChg>
        <pc:spChg chg="mod">
          <ac:chgData name="Gary Blok" userId="e4985c634214dda8" providerId="LiveId" clId="{4A47A788-8669-46DC-9E71-30786554030F}" dt="2026-03-23T03:24:26.717" v="620" actId="20577"/>
          <ac:spMkLst>
            <pc:docMk/>
            <pc:sldMk cId="254814355" sldId="268"/>
            <ac:spMk id="3" creationId="{E34C45B8-EC59-99DE-8DE8-C5CC1E0ACEF7}"/>
          </ac:spMkLst>
        </pc:spChg>
      </pc:sldChg>
      <pc:sldChg chg="modSp add mod">
        <pc:chgData name="Gary Blok" userId="e4985c634214dda8" providerId="LiveId" clId="{4A47A788-8669-46DC-9E71-30786554030F}" dt="2026-03-23T03:30:17" v="626" actId="20577"/>
        <pc:sldMkLst>
          <pc:docMk/>
          <pc:sldMk cId="2520566210" sldId="269"/>
        </pc:sldMkLst>
        <pc:spChg chg="mod">
          <ac:chgData name="Gary Blok" userId="e4985c634214dda8" providerId="LiveId" clId="{4A47A788-8669-46DC-9E71-30786554030F}" dt="2026-03-23T03:30:17" v="626" actId="20577"/>
          <ac:spMkLst>
            <pc:docMk/>
            <pc:sldMk cId="2520566210" sldId="269"/>
            <ac:spMk id="4" creationId="{179D89E6-E306-7D32-37E0-25A79BF4122C}"/>
          </ac:spMkLst>
        </pc:spChg>
      </pc:sldChg>
    </pc:docChg>
  </pc:docChgLst>
  <pc:docChgLst>
    <pc:chgData name="Gary Blok" userId="e4985c634214dda8" providerId="LiveId" clId="{8E41376D-D31A-4A38-99A0-C73C623AD5C9}"/>
    <pc:docChg chg="undo custSel addSld delSld modSld modSection">
      <pc:chgData name="Gary Blok" userId="e4985c634214dda8" providerId="LiveId" clId="{8E41376D-D31A-4A38-99A0-C73C623AD5C9}" dt="2026-04-10T14:56:03.136" v="2119" actId="47"/>
      <pc:docMkLst>
        <pc:docMk/>
      </pc:docMkLst>
      <pc:sldChg chg="delSp modSp mod">
        <pc:chgData name="Gary Blok" userId="e4985c634214dda8" providerId="LiveId" clId="{8E41376D-D31A-4A38-99A0-C73C623AD5C9}" dt="2026-03-30T17:43:05.015" v="430" actId="20577"/>
        <pc:sldMkLst>
          <pc:docMk/>
          <pc:sldMk cId="2692478915" sldId="257"/>
        </pc:sldMkLst>
        <pc:spChg chg="mod">
          <ac:chgData name="Gary Blok" userId="e4985c634214dda8" providerId="LiveId" clId="{8E41376D-D31A-4A38-99A0-C73C623AD5C9}" dt="2026-03-30T17:24:12.580" v="178" actId="20577"/>
          <ac:spMkLst>
            <pc:docMk/>
            <pc:sldMk cId="2692478915" sldId="257"/>
            <ac:spMk id="2" creationId="{8CB54686-E403-224A-570D-6AD1962FEB8C}"/>
          </ac:spMkLst>
        </pc:spChg>
        <pc:spChg chg="mod">
          <ac:chgData name="Gary Blok" userId="e4985c634214dda8" providerId="LiveId" clId="{8E41376D-D31A-4A38-99A0-C73C623AD5C9}" dt="2026-03-30T17:43:05.015" v="430" actId="20577"/>
          <ac:spMkLst>
            <pc:docMk/>
            <pc:sldMk cId="2692478915" sldId="257"/>
            <ac:spMk id="3" creationId="{2E47C443-A519-CA6C-F515-F098DE1D8E32}"/>
          </ac:spMkLst>
        </pc:spChg>
      </pc:sldChg>
      <pc:sldChg chg="modSp mod">
        <pc:chgData name="Gary Blok" userId="e4985c634214dda8" providerId="LiveId" clId="{8E41376D-D31A-4A38-99A0-C73C623AD5C9}" dt="2026-03-30T15:10:27.124" v="31" actId="20577"/>
        <pc:sldMkLst>
          <pc:docMk/>
          <pc:sldMk cId="2998567692" sldId="259"/>
        </pc:sldMkLst>
        <pc:spChg chg="mod">
          <ac:chgData name="Gary Blok" userId="e4985c634214dda8" providerId="LiveId" clId="{8E41376D-D31A-4A38-99A0-C73C623AD5C9}" dt="2026-03-30T15:10:27.124" v="31" actId="20577"/>
          <ac:spMkLst>
            <pc:docMk/>
            <pc:sldMk cId="2998567692" sldId="259"/>
            <ac:spMk id="4" creationId="{526BC2B6-AE2C-3E1D-788D-592ABCDC14E7}"/>
          </ac:spMkLst>
        </pc:spChg>
      </pc:sldChg>
      <pc:sldChg chg="addSp delSp modSp mod">
        <pc:chgData name="Gary Blok" userId="e4985c634214dda8" providerId="LiveId" clId="{8E41376D-D31A-4A38-99A0-C73C623AD5C9}" dt="2026-04-08T20:20:10.222" v="1488" actId="1076"/>
        <pc:sldMkLst>
          <pc:docMk/>
          <pc:sldMk cId="2749782532" sldId="260"/>
        </pc:sldMkLst>
        <pc:spChg chg="mod">
          <ac:chgData name="Gary Blok" userId="e4985c634214dda8" providerId="LiveId" clId="{8E41376D-D31A-4A38-99A0-C73C623AD5C9}" dt="2026-04-08T20:19:08.469" v="1449" actId="20577"/>
          <ac:spMkLst>
            <pc:docMk/>
            <pc:sldMk cId="2749782532" sldId="260"/>
            <ac:spMk id="5" creationId="{BE1E5CAD-23FE-A4D7-B096-3334A7D79C8B}"/>
          </ac:spMkLst>
        </pc:spChg>
        <pc:spChg chg="mod">
          <ac:chgData name="Gary Blok" userId="e4985c634214dda8" providerId="LiveId" clId="{8E41376D-D31A-4A38-99A0-C73C623AD5C9}" dt="2026-04-08T20:19:36.183" v="1482" actId="6549"/>
          <ac:spMkLst>
            <pc:docMk/>
            <pc:sldMk cId="2749782532" sldId="260"/>
            <ac:spMk id="7" creationId="{9FC71F19-CB0D-6056-8B2E-7670D5A913DD}"/>
          </ac:spMkLst>
        </pc:spChg>
        <pc:spChg chg="mod">
          <ac:chgData name="Gary Blok" userId="e4985c634214dda8" providerId="LiveId" clId="{8E41376D-D31A-4A38-99A0-C73C623AD5C9}" dt="2026-04-08T20:19:30.703" v="1481" actId="20577"/>
          <ac:spMkLst>
            <pc:docMk/>
            <pc:sldMk cId="2749782532" sldId="260"/>
            <ac:spMk id="9" creationId="{F7177573-C298-FAF8-2140-0326B263D0A5}"/>
          </ac:spMkLst>
        </pc:spChg>
        <pc:picChg chg="add mod">
          <ac:chgData name="Gary Blok" userId="e4985c634214dda8" providerId="LiveId" clId="{8E41376D-D31A-4A38-99A0-C73C623AD5C9}" dt="2026-04-08T20:20:10.222" v="1488" actId="1076"/>
          <ac:picMkLst>
            <pc:docMk/>
            <pc:sldMk cId="2749782532" sldId="260"/>
            <ac:picMk id="13" creationId="{DA0DC10C-0DFD-079F-34E6-C5975A2BD16D}"/>
          </ac:picMkLst>
        </pc:picChg>
      </pc:sldChg>
      <pc:sldChg chg="del">
        <pc:chgData name="Gary Blok" userId="e4985c634214dda8" providerId="LiveId" clId="{8E41376D-D31A-4A38-99A0-C73C623AD5C9}" dt="2026-04-10T14:56:03.136" v="2119" actId="47"/>
        <pc:sldMkLst>
          <pc:docMk/>
          <pc:sldMk cId="3665382884" sldId="262"/>
        </pc:sldMkLst>
      </pc:sldChg>
      <pc:sldChg chg="modSp mod">
        <pc:chgData name="Gary Blok" userId="e4985c634214dda8" providerId="LiveId" clId="{8E41376D-D31A-4A38-99A0-C73C623AD5C9}" dt="2026-04-08T17:05:30.122" v="1173" actId="20577"/>
        <pc:sldMkLst>
          <pc:docMk/>
          <pc:sldMk cId="1451936718" sldId="267"/>
        </pc:sldMkLst>
        <pc:spChg chg="mod">
          <ac:chgData name="Gary Blok" userId="e4985c634214dda8" providerId="LiveId" clId="{8E41376D-D31A-4A38-99A0-C73C623AD5C9}" dt="2026-04-08T17:05:30.122" v="1173" actId="20577"/>
          <ac:spMkLst>
            <pc:docMk/>
            <pc:sldMk cId="1451936718" sldId="267"/>
            <ac:spMk id="3" creationId="{3F7E10A6-8E48-7B47-D9A7-6BD10095BAD2}"/>
          </ac:spMkLst>
        </pc:spChg>
      </pc:sldChg>
      <pc:sldChg chg="modSp mod">
        <pc:chgData name="Gary Blok" userId="e4985c634214dda8" providerId="LiveId" clId="{8E41376D-D31A-4A38-99A0-C73C623AD5C9}" dt="2026-04-08T15:30:39.873" v="681" actId="20577"/>
        <pc:sldMkLst>
          <pc:docMk/>
          <pc:sldMk cId="254814355" sldId="268"/>
        </pc:sldMkLst>
        <pc:spChg chg="mod">
          <ac:chgData name="Gary Blok" userId="e4985c634214dda8" providerId="LiveId" clId="{8E41376D-D31A-4A38-99A0-C73C623AD5C9}" dt="2026-04-08T15:30:39.873" v="681" actId="20577"/>
          <ac:spMkLst>
            <pc:docMk/>
            <pc:sldMk cId="254814355" sldId="268"/>
            <ac:spMk id="3" creationId="{E34C45B8-EC59-99DE-8DE8-C5CC1E0ACEF7}"/>
          </ac:spMkLst>
        </pc:spChg>
      </pc:sldChg>
      <pc:sldChg chg="addSp modSp new mod">
        <pc:chgData name="Gary Blok" userId="e4985c634214dda8" providerId="LiveId" clId="{8E41376D-D31A-4A38-99A0-C73C623AD5C9}" dt="2026-03-30T16:36:28.113" v="35" actId="1076"/>
        <pc:sldMkLst>
          <pc:docMk/>
          <pc:sldMk cId="694641153" sldId="270"/>
        </pc:sldMkLst>
        <pc:picChg chg="add mod ord">
          <ac:chgData name="Gary Blok" userId="e4985c634214dda8" providerId="LiveId" clId="{8E41376D-D31A-4A38-99A0-C73C623AD5C9}" dt="2026-03-30T16:36:28.113" v="35" actId="1076"/>
          <ac:picMkLst>
            <pc:docMk/>
            <pc:sldMk cId="694641153" sldId="270"/>
            <ac:picMk id="5" creationId="{C2120FE5-9391-403B-5EA1-3345BA0EB1CF}"/>
          </ac:picMkLst>
        </pc:picChg>
        <pc:picChg chg="add mod">
          <ac:chgData name="Gary Blok" userId="e4985c634214dda8" providerId="LiveId" clId="{8E41376D-D31A-4A38-99A0-C73C623AD5C9}" dt="2026-03-30T16:36:20.994" v="33" actId="1076"/>
          <ac:picMkLst>
            <pc:docMk/>
            <pc:sldMk cId="694641153" sldId="270"/>
            <ac:picMk id="7" creationId="{EC70C88E-6D5C-D209-B32C-4EBB29CE24F5}"/>
          </ac:picMkLst>
        </pc:picChg>
      </pc:sldChg>
      <pc:sldChg chg="addSp modSp new mod">
        <pc:chgData name="Gary Blok" userId="e4985c634214dda8" providerId="LiveId" clId="{8E41376D-D31A-4A38-99A0-C73C623AD5C9}" dt="2026-03-30T17:00:12.060" v="133" actId="20577"/>
        <pc:sldMkLst>
          <pc:docMk/>
          <pc:sldMk cId="1372139267" sldId="271"/>
        </pc:sldMkLst>
        <pc:spChg chg="mod">
          <ac:chgData name="Gary Blok" userId="e4985c634214dda8" providerId="LiveId" clId="{8E41376D-D31A-4A38-99A0-C73C623AD5C9}" dt="2026-03-30T17:00:12.060" v="133" actId="20577"/>
          <ac:spMkLst>
            <pc:docMk/>
            <pc:sldMk cId="1372139267" sldId="271"/>
            <ac:spMk id="2" creationId="{03EC24E8-0E95-47B4-506E-A98C7ED5FFE9}"/>
          </ac:spMkLst>
        </pc:spChg>
        <pc:picChg chg="add mod">
          <ac:chgData name="Gary Blok" userId="e4985c634214dda8" providerId="LiveId" clId="{8E41376D-D31A-4A38-99A0-C73C623AD5C9}" dt="2026-03-30T16:38:36.828" v="38" actId="1076"/>
          <ac:picMkLst>
            <pc:docMk/>
            <pc:sldMk cId="1372139267" sldId="271"/>
            <ac:picMk id="5" creationId="{1A5EE96D-4F2E-33B1-DB4C-96F49C87A23A}"/>
          </ac:picMkLst>
        </pc:picChg>
        <pc:picChg chg="add mod">
          <ac:chgData name="Gary Blok" userId="e4985c634214dda8" providerId="LiveId" clId="{8E41376D-D31A-4A38-99A0-C73C623AD5C9}" dt="2026-03-30T16:59:32.569" v="41" actId="1076"/>
          <ac:picMkLst>
            <pc:docMk/>
            <pc:sldMk cId="1372139267" sldId="271"/>
            <ac:picMk id="7" creationId="{AA7C13E5-A052-940F-038B-8F95E6B17BE7}"/>
          </ac:picMkLst>
        </pc:picChg>
      </pc:sldChg>
      <pc:sldChg chg="modSp new mod">
        <pc:chgData name="Gary Blok" userId="e4985c634214dda8" providerId="LiveId" clId="{8E41376D-D31A-4A38-99A0-C73C623AD5C9}" dt="2026-04-07T17:20:21.493" v="635" actId="20577"/>
        <pc:sldMkLst>
          <pc:docMk/>
          <pc:sldMk cId="849312661" sldId="272"/>
        </pc:sldMkLst>
        <pc:spChg chg="mod">
          <ac:chgData name="Gary Blok" userId="e4985c634214dda8" providerId="LiveId" clId="{8E41376D-D31A-4A38-99A0-C73C623AD5C9}" dt="2026-04-07T17:19:28.410" v="482" actId="20577"/>
          <ac:spMkLst>
            <pc:docMk/>
            <pc:sldMk cId="849312661" sldId="272"/>
            <ac:spMk id="2" creationId="{37BB9747-7DEC-A3A5-FD65-B52A3A8D436A}"/>
          </ac:spMkLst>
        </pc:spChg>
        <pc:spChg chg="mod">
          <ac:chgData name="Gary Blok" userId="e4985c634214dda8" providerId="LiveId" clId="{8E41376D-D31A-4A38-99A0-C73C623AD5C9}" dt="2026-04-07T17:20:21.493" v="635" actId="20577"/>
          <ac:spMkLst>
            <pc:docMk/>
            <pc:sldMk cId="849312661" sldId="272"/>
            <ac:spMk id="3" creationId="{6B886C35-B480-C4A8-97D6-5BDE44B96F5F}"/>
          </ac:spMkLst>
        </pc:spChg>
      </pc:sldChg>
      <pc:sldChg chg="modSp add mod">
        <pc:chgData name="Gary Blok" userId="e4985c634214dda8" providerId="LiveId" clId="{8E41376D-D31A-4A38-99A0-C73C623AD5C9}" dt="2026-04-07T17:21:04.276" v="658" actId="6549"/>
        <pc:sldMkLst>
          <pc:docMk/>
          <pc:sldMk cId="3715119486" sldId="274"/>
        </pc:sldMkLst>
        <pc:spChg chg="mod">
          <ac:chgData name="Gary Blok" userId="e4985c634214dda8" providerId="LiveId" clId="{8E41376D-D31A-4A38-99A0-C73C623AD5C9}" dt="2026-04-07T17:20:57.094" v="657" actId="20577"/>
          <ac:spMkLst>
            <pc:docMk/>
            <pc:sldMk cId="3715119486" sldId="274"/>
            <ac:spMk id="2" creationId="{E17785F8-520F-1C2A-E5EB-7171CEEF545B}"/>
          </ac:spMkLst>
        </pc:spChg>
        <pc:spChg chg="mod">
          <ac:chgData name="Gary Blok" userId="e4985c634214dda8" providerId="LiveId" clId="{8E41376D-D31A-4A38-99A0-C73C623AD5C9}" dt="2026-04-07T17:21:04.276" v="658" actId="6549"/>
          <ac:spMkLst>
            <pc:docMk/>
            <pc:sldMk cId="3715119486" sldId="274"/>
            <ac:spMk id="3" creationId="{B6CEE067-6205-00D7-1DE1-E67E36E0F112}"/>
          </ac:spMkLst>
        </pc:spChg>
      </pc:sldChg>
      <pc:sldChg chg="addSp delSp modSp new mod modTransition modAnim">
        <pc:chgData name="Gary Blok" userId="e4985c634214dda8" providerId="LiveId" clId="{8E41376D-D31A-4A38-99A0-C73C623AD5C9}" dt="2026-04-08T16:37:16.960" v="849"/>
        <pc:sldMkLst>
          <pc:docMk/>
          <pc:sldMk cId="1866572617" sldId="275"/>
        </pc:sldMkLst>
        <pc:spChg chg="mod">
          <ac:chgData name="Gary Blok" userId="e4985c634214dda8" providerId="LiveId" clId="{8E41376D-D31A-4A38-99A0-C73C623AD5C9}" dt="2026-04-08T16:24:19.372" v="810" actId="207"/>
          <ac:spMkLst>
            <pc:docMk/>
            <pc:sldMk cId="1866572617" sldId="275"/>
            <ac:spMk id="3" creationId="{73638F5C-31E5-8842-6B63-331AC67720D7}"/>
          </ac:spMkLst>
        </pc:spChg>
        <pc:spChg chg="add mod">
          <ac:chgData name="Gary Blok" userId="e4985c634214dda8" providerId="LiveId" clId="{8E41376D-D31A-4A38-99A0-C73C623AD5C9}" dt="2026-04-08T16:33:26.111" v="837"/>
          <ac:spMkLst>
            <pc:docMk/>
            <pc:sldMk cId="1866572617" sldId="275"/>
            <ac:spMk id="6" creationId="{E4B6EF19-7E38-D01C-A180-B6A77C4828FA}"/>
          </ac:spMkLst>
        </pc:spChg>
        <pc:picChg chg="add mod">
          <ac:chgData name="Gary Blok" userId="e4985c634214dda8" providerId="LiveId" clId="{8E41376D-D31A-4A38-99A0-C73C623AD5C9}" dt="2026-04-08T16:25:02.868" v="811" actId="1076"/>
          <ac:picMkLst>
            <pc:docMk/>
            <pc:sldMk cId="1866572617" sldId="275"/>
            <ac:picMk id="5" creationId="{3FD3BEC9-0B32-2868-7FDE-6CDA45FE9FAA}"/>
          </ac:picMkLst>
        </pc:picChg>
        <pc:picChg chg="add mod ord">
          <ac:chgData name="Gary Blok" userId="e4985c634214dda8" providerId="LiveId" clId="{8E41376D-D31A-4A38-99A0-C73C623AD5C9}" dt="2026-04-08T16:36:59.658" v="848" actId="170"/>
          <ac:picMkLst>
            <pc:docMk/>
            <pc:sldMk cId="1866572617" sldId="275"/>
            <ac:picMk id="10" creationId="{3DEA316C-0472-ABA9-57D0-4D0452938525}"/>
          </ac:picMkLst>
        </pc:picChg>
        <pc:picChg chg="add mod">
          <ac:chgData name="Gary Blok" userId="e4985c634214dda8" providerId="LiveId" clId="{8E41376D-D31A-4A38-99A0-C73C623AD5C9}" dt="2026-04-08T16:33:49.664" v="839" actId="14100"/>
          <ac:picMkLst>
            <pc:docMk/>
            <pc:sldMk cId="1866572617" sldId="275"/>
            <ac:picMk id="12" creationId="{8911A998-D07E-B8B5-5718-C4D6C44E8710}"/>
          </ac:picMkLst>
        </pc:picChg>
        <pc:picChg chg="add mod">
          <ac:chgData name="Gary Blok" userId="e4985c634214dda8" providerId="LiveId" clId="{8E41376D-D31A-4A38-99A0-C73C623AD5C9}" dt="2026-04-08T16:36:23.623" v="846" actId="14100"/>
          <ac:picMkLst>
            <pc:docMk/>
            <pc:sldMk cId="1866572617" sldId="275"/>
            <ac:picMk id="14" creationId="{8B23A8D6-8F73-E0FE-AB70-E1EE9EE01A9B}"/>
          </ac:picMkLst>
        </pc:picChg>
      </pc:sldChg>
      <pc:sldChg chg="modSp add mod">
        <pc:chgData name="Gary Blok" userId="e4985c634214dda8" providerId="LiveId" clId="{8E41376D-D31A-4A38-99A0-C73C623AD5C9}" dt="2026-04-08T16:56:03.599" v="1162" actId="20577"/>
        <pc:sldMkLst>
          <pc:docMk/>
          <pc:sldMk cId="3284053757" sldId="276"/>
        </pc:sldMkLst>
        <pc:spChg chg="mod">
          <ac:chgData name="Gary Blok" userId="e4985c634214dda8" providerId="LiveId" clId="{8E41376D-D31A-4A38-99A0-C73C623AD5C9}" dt="2026-04-08T16:54:51.026" v="887" actId="20577"/>
          <ac:spMkLst>
            <pc:docMk/>
            <pc:sldMk cId="3284053757" sldId="276"/>
            <ac:spMk id="2" creationId="{C55D6DBF-4DE3-E68E-9D70-E039E0A802F8}"/>
          </ac:spMkLst>
        </pc:spChg>
        <pc:spChg chg="mod">
          <ac:chgData name="Gary Blok" userId="e4985c634214dda8" providerId="LiveId" clId="{8E41376D-D31A-4A38-99A0-C73C623AD5C9}" dt="2026-04-08T16:56:03.599" v="1162" actId="20577"/>
          <ac:spMkLst>
            <pc:docMk/>
            <pc:sldMk cId="3284053757" sldId="276"/>
            <ac:spMk id="3" creationId="{23A6166D-B64A-3C2A-0158-07D65D74AEF4}"/>
          </ac:spMkLst>
        </pc:spChg>
      </pc:sldChg>
      <pc:sldChg chg="modSp add mod">
        <pc:chgData name="Gary Blok" userId="e4985c634214dda8" providerId="LiveId" clId="{8E41376D-D31A-4A38-99A0-C73C623AD5C9}" dt="2026-04-08T17:07:13.932" v="1424" actId="20577"/>
        <pc:sldMkLst>
          <pc:docMk/>
          <pc:sldMk cId="133545564" sldId="277"/>
        </pc:sldMkLst>
        <pc:spChg chg="mod">
          <ac:chgData name="Gary Blok" userId="e4985c634214dda8" providerId="LiveId" clId="{8E41376D-D31A-4A38-99A0-C73C623AD5C9}" dt="2026-04-08T17:05:38.704" v="1184" actId="20577"/>
          <ac:spMkLst>
            <pc:docMk/>
            <pc:sldMk cId="133545564" sldId="277"/>
            <ac:spMk id="2" creationId="{35C2403A-095B-0594-2C92-49C5BB459D1C}"/>
          </ac:spMkLst>
        </pc:spChg>
        <pc:spChg chg="mod">
          <ac:chgData name="Gary Blok" userId="e4985c634214dda8" providerId="LiveId" clId="{8E41376D-D31A-4A38-99A0-C73C623AD5C9}" dt="2026-04-08T17:07:13.932" v="1424" actId="20577"/>
          <ac:spMkLst>
            <pc:docMk/>
            <pc:sldMk cId="133545564" sldId="277"/>
            <ac:spMk id="3" creationId="{9F79CB68-5BD9-6F52-E923-C81AB1B4676C}"/>
          </ac:spMkLst>
        </pc:spChg>
      </pc:sldChg>
      <pc:sldChg chg="modSp add mod">
        <pc:chgData name="Gary Blok" userId="e4985c634214dda8" providerId="LiveId" clId="{8E41376D-D31A-4A38-99A0-C73C623AD5C9}" dt="2026-04-08T20:34:48.712" v="1709" actId="20577"/>
        <pc:sldMkLst>
          <pc:docMk/>
          <pc:sldMk cId="2302142782" sldId="278"/>
        </pc:sldMkLst>
        <pc:spChg chg="mod">
          <ac:chgData name="Gary Blok" userId="e4985c634214dda8" providerId="LiveId" clId="{8E41376D-D31A-4A38-99A0-C73C623AD5C9}" dt="2026-04-08T20:25:24.231" v="1553" actId="20577"/>
          <ac:spMkLst>
            <pc:docMk/>
            <pc:sldMk cId="2302142782" sldId="278"/>
            <ac:spMk id="2" creationId="{5E4DCBF0-DCAD-ACCF-5BE3-15E30AAB41B6}"/>
          </ac:spMkLst>
        </pc:spChg>
        <pc:spChg chg="mod">
          <ac:chgData name="Gary Blok" userId="e4985c634214dda8" providerId="LiveId" clId="{8E41376D-D31A-4A38-99A0-C73C623AD5C9}" dt="2026-04-08T20:34:48.712" v="1709" actId="20577"/>
          <ac:spMkLst>
            <pc:docMk/>
            <pc:sldMk cId="2302142782" sldId="278"/>
            <ac:spMk id="3" creationId="{D70D6C79-0BE6-B4D5-AD14-9ABC02C291EF}"/>
          </ac:spMkLst>
        </pc:spChg>
      </pc:sldChg>
      <pc:sldChg chg="modSp new mod modNotesTx">
        <pc:chgData name="Gary Blok" userId="e4985c634214dda8" providerId="LiveId" clId="{8E41376D-D31A-4A38-99A0-C73C623AD5C9}" dt="2026-04-08T20:38:07.479" v="2118" actId="20577"/>
        <pc:sldMkLst>
          <pc:docMk/>
          <pc:sldMk cId="798911675" sldId="279"/>
        </pc:sldMkLst>
        <pc:spChg chg="mod">
          <ac:chgData name="Gary Blok" userId="e4985c634214dda8" providerId="LiveId" clId="{8E41376D-D31A-4A38-99A0-C73C623AD5C9}" dt="2026-04-08T20:36:02.355" v="1799" actId="20577"/>
          <ac:spMkLst>
            <pc:docMk/>
            <pc:sldMk cId="798911675" sldId="279"/>
            <ac:spMk id="2" creationId="{C7B34B02-9DE9-59F0-6F3D-1C80483FD79F}"/>
          </ac:spMkLst>
        </pc:spChg>
        <pc:spChg chg="mod">
          <ac:chgData name="Gary Blok" userId="e4985c634214dda8" providerId="LiveId" clId="{8E41376D-D31A-4A38-99A0-C73C623AD5C9}" dt="2026-04-08T20:36:41.899" v="1936" actId="20577"/>
          <ac:spMkLst>
            <pc:docMk/>
            <pc:sldMk cId="798911675" sldId="279"/>
            <ac:spMk id="3" creationId="{F9AC2E09-1B7E-3D61-A748-EE530D5A9F0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8ACDC-1271-4FE8-91B2-EC260D6A2A0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74584-E93E-468D-886D-F041DE409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6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74584-E93E-468D-886D-F041DE4091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916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E0C50-807D-CE13-7F39-90268450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810F08-B311-E2AD-491E-E855DA006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FFF27-2E0D-DDFC-F854-753832C16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D3DA6-3130-9600-6A90-062801E2AA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74584-E93E-468D-886D-F041DE4091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48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74584-E93E-468D-886D-F041DE4091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Demo of having </a:t>
            </a:r>
            <a:r>
              <a:rPr lang="en-US" dirty="0" err="1"/>
              <a:t>VSCode</a:t>
            </a:r>
            <a:r>
              <a:rPr lang="en-US" dirty="0"/>
              <a:t> look through Lenovo’s Module and built a script that will check for the latest BIOS, download and install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74584-E93E-468D-886D-F041DE4091F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45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microsoft.com/office/2007/relationships/hdphoto" Target="../media/hdphoto1.wdp"/><Relationship Id="rId3" Type="http://schemas.openxmlformats.org/officeDocument/2006/relationships/image" Target="../media/image24.svg"/><Relationship Id="rId21" Type="http://schemas.openxmlformats.org/officeDocument/2006/relationships/image" Target="../media/image4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3.png"/><Relationship Id="rId16" Type="http://schemas.openxmlformats.org/officeDocument/2006/relationships/image" Target="../media/image36.png"/><Relationship Id="rId20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19" Type="http://schemas.openxmlformats.org/officeDocument/2006/relationships/image" Target="../media/image38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5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microsoft.com/office/2007/relationships/hdphoto" Target="../media/hdphoto1.wdp"/><Relationship Id="rId3" Type="http://schemas.openxmlformats.org/officeDocument/2006/relationships/image" Target="../media/image24.svg"/><Relationship Id="rId21" Type="http://schemas.openxmlformats.org/officeDocument/2006/relationships/image" Target="../media/image4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3.png"/><Relationship Id="rId16" Type="http://schemas.openxmlformats.org/officeDocument/2006/relationships/image" Target="../media/image36.png"/><Relationship Id="rId20" Type="http://schemas.openxmlformats.org/officeDocument/2006/relationships/image" Target="../media/image3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19" Type="http://schemas.openxmlformats.org/officeDocument/2006/relationships/image" Target="../media/image38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sv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wblok/MMS/blob/main/2026-MOA/GitHubCopilotSetup.ps1" TargetMode="Externa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global-pc-support.connect.panasonic.com/driver/deployment-support-tools" TargetMode="External"/><Relationship Id="rId3" Type="http://schemas.openxmlformats.org/officeDocument/2006/relationships/hyperlink" Target="https://docs.lenovocdrt.com/guides/thinkvantage/tv-pslib-overview/" TargetMode="External"/><Relationship Id="rId7" Type="http://schemas.openxmlformats.org/officeDocument/2006/relationships/hyperlink" Target="https://github.com/mkaptano/tool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svenriebedell/Dell-Tools-Intune-Install" TargetMode="External"/><Relationship Id="rId5" Type="http://schemas.openxmlformats.org/officeDocument/2006/relationships/hyperlink" Target="https://github.com/dell/Endpoint-Management-Script-Library" TargetMode="External"/><Relationship Id="rId4" Type="http://schemas.openxmlformats.org/officeDocument/2006/relationships/hyperlink" Target="https://developers.hp.com/hp-client-management/doc/client-management-script-library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PWSH, </a:t>
            </a:r>
            <a:r>
              <a:rPr lang="en-US" dirty="0" err="1"/>
              <a:t>VSCode</a:t>
            </a:r>
            <a:r>
              <a:rPr lang="en-US" dirty="0"/>
              <a:t>, GitHub Copilot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Tips for the Lazy Admin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25A340F-1F9B-DA96-FDB6-3299A6F777A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7412" y="1662310"/>
            <a:ext cx="2703513" cy="253841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3999" y="4206239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Gary Blok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9" y="4200723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Carl Johan </a:t>
            </a:r>
            <a:r>
              <a:rPr lang="en-US" dirty="0" err="1"/>
              <a:t>Hederoth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9" y="5303520"/>
            <a:ext cx="4572000" cy="914400"/>
          </a:xfrm>
        </p:spPr>
        <p:txBody>
          <a:bodyPr/>
          <a:lstStyle/>
          <a:p>
            <a:r>
              <a:rPr lang="en-US" dirty="0" err="1"/>
              <a:t>gwblok</a:t>
            </a:r>
            <a:endParaRPr lang="en-US" dirty="0"/>
          </a:p>
          <a:p>
            <a:r>
              <a:rPr lang="en-US" dirty="0"/>
              <a:t>in/</a:t>
            </a:r>
            <a:r>
              <a:rPr lang="en-US" dirty="0" err="1"/>
              <a:t>garyblok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71F19-CB0D-6056-8B2E-7670D5A91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99" y="5261408"/>
            <a:ext cx="4572000" cy="914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3999" y="4760396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Engineer @ 2Pint Software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4754880"/>
            <a:ext cx="4572000" cy="457200"/>
          </a:xfrm>
        </p:spPr>
        <p:txBody>
          <a:bodyPr/>
          <a:lstStyle/>
          <a:p>
            <a:r>
              <a:rPr lang="en-US" dirty="0"/>
              <a:t>Software Engineer @ 2Pint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996EC-1B12-11D5-4690-384F1FC419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9162" y="5718608"/>
            <a:ext cx="476250" cy="476250"/>
          </a:xfrm>
          <a:prstGeom prst="rect">
            <a:avLst/>
          </a:prstGeom>
        </p:spPr>
      </p:pic>
      <p:pic>
        <p:nvPicPr>
          <p:cNvPr id="16" name="Picture 15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73517536-8553-459B-407E-879C70E9A5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24" y="5243120"/>
            <a:ext cx="475488" cy="47548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80AD796-A5D0-185E-0D02-1A4E093DDB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24464" y="5242269"/>
            <a:ext cx="457240" cy="4572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818A32-36E2-22C0-8E75-A06A1F19A3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1690" y="1461528"/>
            <a:ext cx="2896617" cy="2676849"/>
          </a:xfrm>
          <a:prstGeom prst="rect">
            <a:avLst/>
          </a:prstGeom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DA0DC10C-0DFD-079F-34E6-C5975A2BD16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9"/>
          <a:srcRect t="3053" b="3053"/>
          <a:stretch>
            <a:fillRect/>
          </a:stretch>
        </p:blipFill>
        <p:spPr>
          <a:xfrm>
            <a:off x="6974416" y="1524754"/>
            <a:ext cx="2855891" cy="268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8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ABEF7-92EB-CAB0-1483-48E0DC35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 anchor="ctr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E10A6-8E48-7B47-D9A7-6BD10095BAD2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838200" y="1507787"/>
            <a:ext cx="10515600" cy="466917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Fine Print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 Machine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Leveraging Community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Creating Scripts with Copilot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Scripting for proprietary software (OEMs / Vendors)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1451936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2A73B-734A-A31C-69A4-2B06FB75E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403A-095B-0594-2C92-49C5BB45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 anchor="ctr">
            <a:normAutofit/>
          </a:bodyPr>
          <a:lstStyle/>
          <a:p>
            <a:r>
              <a:rPr lang="en-US" dirty="0"/>
              <a:t>Fine Print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9CB68-5BD9-6F52-E923-C81AB1B4676C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838200" y="1507787"/>
            <a:ext cx="10515600" cy="466917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Have a test environment!  Ideally: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Separate Network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DNS / DHCP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Replicate Prod as close as possible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CM Lab | Azure Dev Tenant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45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 Machine Setup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Basic</a:t>
            </a:r>
          </a:p>
        </p:txBody>
      </p:sp>
    </p:spTree>
    <p:extLst>
      <p:ext uri="{BB962C8B-B14F-4D97-AF65-F5344CB8AC3E}">
        <p14:creationId xmlns:p14="http://schemas.microsoft.com/office/powerpoint/2010/main" val="2279942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89C5D-13AB-8A1B-C6A9-DACC026F3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49B81-E414-BECC-8CBF-FF6498EC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 anchor="ctr">
            <a:normAutofit/>
          </a:bodyPr>
          <a:lstStyle/>
          <a:p>
            <a:r>
              <a:rPr lang="en-US" dirty="0"/>
              <a:t>Dev Machine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C45B8-EC59-99DE-8DE8-C5CC1E0ACEF7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838200" y="1507787"/>
            <a:ext cx="10515600" cy="466917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GitHub CLI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Copilot CLI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VSCode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PS7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Git Username / Email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Connect </a:t>
            </a:r>
            <a:r>
              <a:rPr lang="en-US" dirty="0" err="1"/>
              <a:t>VSCode</a:t>
            </a:r>
            <a:r>
              <a:rPr lang="en-US" dirty="0"/>
              <a:t> to Copilot | GitHub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14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6D536-5269-A89D-C01D-228314665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9D89E6-E306-7D32-37E0-25A79BF4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 Machine Setup DEMO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DA9441-AAC7-94CB-FCFA-54C50C32A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Basic</a:t>
            </a:r>
          </a:p>
        </p:txBody>
      </p:sp>
    </p:spTree>
    <p:extLst>
      <p:ext uri="{BB962C8B-B14F-4D97-AF65-F5344CB8AC3E}">
        <p14:creationId xmlns:p14="http://schemas.microsoft.com/office/powerpoint/2010/main" val="2520566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38F5C-31E5-8842-6B63-331AC6772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386" y="224746"/>
            <a:ext cx="4367584" cy="569453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Using Script to Install Dev Apps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Script created with 3 prompts: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D3BEC9-0B32-2868-7FDE-6CDA45FE9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246" y="224746"/>
            <a:ext cx="6420180" cy="1549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6EF19-7E38-D01C-A180-B6A77C4828FA}"/>
              </a:ext>
            </a:extLst>
          </p:cNvPr>
          <p:cNvSpPr txBox="1"/>
          <p:nvPr/>
        </p:nvSpPr>
        <p:spPr>
          <a:xfrm>
            <a:off x="165369" y="1235413"/>
            <a:ext cx="4995153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bg1"/>
                </a:solidFill>
              </a:rPr>
              <a:t>1st Prompt:</a:t>
            </a:r>
          </a:p>
          <a:p>
            <a:r>
              <a:rPr lang="en-US" sz="1050" dirty="0">
                <a:solidFill>
                  <a:schemeClr val="bg1"/>
                </a:solidFill>
              </a:rPr>
              <a:t>Create a script that will install the latest versions of</a:t>
            </a:r>
            <a:br>
              <a:rPr lang="en-US" sz="1050" dirty="0">
                <a:solidFill>
                  <a:schemeClr val="bg1"/>
                </a:solidFill>
              </a:rPr>
            </a:br>
            <a:r>
              <a:rPr lang="en-US" sz="1050" dirty="0">
                <a:solidFill>
                  <a:schemeClr val="bg1"/>
                </a:solidFill>
              </a:rPr>
              <a:t>    Git</a:t>
            </a:r>
          </a:p>
          <a:p>
            <a:r>
              <a:rPr lang="en-US" sz="1050" dirty="0">
                <a:solidFill>
                  <a:schemeClr val="bg1"/>
                </a:solidFill>
              </a:rPr>
              <a:t>    GitHub CLI</a:t>
            </a:r>
          </a:p>
          <a:p>
            <a:r>
              <a:rPr lang="en-US" sz="1050" dirty="0">
                <a:solidFill>
                  <a:schemeClr val="bg1"/>
                </a:solidFill>
              </a:rPr>
              <a:t>    Copilot CLI</a:t>
            </a:r>
          </a:p>
          <a:p>
            <a:r>
              <a:rPr lang="en-US" sz="1050" dirty="0">
                <a:solidFill>
                  <a:schemeClr val="bg1"/>
                </a:solidFill>
              </a:rPr>
              <a:t>    Visual Studio Code</a:t>
            </a:r>
          </a:p>
          <a:p>
            <a:r>
              <a:rPr lang="en-US" sz="1050" dirty="0">
                <a:solidFill>
                  <a:schemeClr val="bg1"/>
                </a:solidFill>
              </a:rPr>
              <a:t>    PowerShell 7</a:t>
            </a:r>
          </a:p>
          <a:p>
            <a:r>
              <a:rPr lang="en-US" sz="1050" dirty="0">
                <a:solidFill>
                  <a:schemeClr val="bg1"/>
                </a:solidFill>
              </a:rPr>
              <a:t>    Using MSI files</a:t>
            </a:r>
          </a:p>
          <a:p>
            <a:endParaRPr lang="en-US" sz="1050" dirty="0">
              <a:solidFill>
                <a:schemeClr val="bg1"/>
              </a:solidFill>
            </a:endParaRPr>
          </a:p>
          <a:p>
            <a:r>
              <a:rPr lang="en-US" sz="1050" dirty="0">
                <a:solidFill>
                  <a:schemeClr val="bg1"/>
                </a:solidFill>
              </a:rPr>
              <a:t>    GitHub CLI info:    https://github.com/cli/cli/releases/</a:t>
            </a:r>
          </a:p>
          <a:p>
            <a:r>
              <a:rPr lang="en-US" sz="1050" dirty="0">
                <a:solidFill>
                  <a:schemeClr val="bg1"/>
                </a:solidFill>
              </a:rPr>
              <a:t>    Copilot Release:    https://github.com/github/copilot-cli/releases</a:t>
            </a:r>
            <a:br>
              <a:rPr lang="en-US" sz="1050" dirty="0">
                <a:solidFill>
                  <a:schemeClr val="bg1"/>
                </a:solidFill>
              </a:rPr>
            </a:br>
            <a:endParaRPr lang="en-US" sz="1050" dirty="0">
              <a:solidFill>
                <a:schemeClr val="bg1"/>
              </a:solidFill>
            </a:endParaRPr>
          </a:p>
          <a:p>
            <a:r>
              <a:rPr lang="en-US" sz="1050" dirty="0">
                <a:solidFill>
                  <a:schemeClr val="bg1"/>
                </a:solidFill>
              </a:rPr>
              <a:t>    Scripts that might help:</a:t>
            </a:r>
          </a:p>
          <a:p>
            <a:r>
              <a:rPr lang="en-US" sz="1050" dirty="0">
                <a:solidFill>
                  <a:schemeClr val="bg1"/>
                </a:solidFill>
              </a:rPr>
              <a:t>    https://github.com/gwblok/garytown/blob/master/Intune/Install-Git.ps1</a:t>
            </a:r>
          </a:p>
          <a:p>
            <a:r>
              <a:rPr lang="en-US" sz="1050" dirty="0">
                <a:solidFill>
                  <a:schemeClr val="bg1"/>
                </a:solidFill>
              </a:rPr>
              <a:t>    https://github.com/gwblok/garytown/blob/master/Intune/Install-VSCode.ps1</a:t>
            </a:r>
          </a:p>
          <a:p>
            <a:r>
              <a:rPr lang="en-US" sz="1050" dirty="0">
                <a:solidFill>
                  <a:schemeClr val="bg1"/>
                </a:solidFill>
              </a:rPr>
              <a:t>    https://github.com/gwblok/garytown/blob/master/Intune/Install-PowerShellMSI.ps1</a:t>
            </a:r>
          </a:p>
          <a:p>
            <a:endParaRPr lang="en-US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bg1"/>
                </a:solidFill>
              </a:rPr>
              <a:t>2nd Prompt:</a:t>
            </a:r>
          </a:p>
          <a:p>
            <a:r>
              <a:rPr lang="en-US" sz="1050" dirty="0">
                <a:solidFill>
                  <a:schemeClr val="bg1"/>
                </a:solidFill>
              </a:rPr>
              <a:t>    What went wrong there? Can you fix it?</a:t>
            </a:r>
          </a:p>
          <a:p>
            <a:r>
              <a:rPr lang="en-US" sz="1050" dirty="0">
                <a:solidFill>
                  <a:schemeClr val="bg1"/>
                </a:solidFill>
              </a:rPr>
              <a:t>    (Attached Screen Capture of the error)</a:t>
            </a:r>
          </a:p>
          <a:p>
            <a:br>
              <a:rPr lang="en-US" sz="1050" dirty="0">
                <a:solidFill>
                  <a:schemeClr val="bg1"/>
                </a:solidFill>
              </a:rPr>
            </a:br>
            <a:endParaRPr lang="en-US" sz="105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bg1"/>
                </a:solidFill>
              </a:rPr>
              <a:t>3rd Prompt:</a:t>
            </a:r>
          </a:p>
          <a:p>
            <a:r>
              <a:rPr lang="en-US" sz="1050" dirty="0">
                <a:solidFill>
                  <a:schemeClr val="bg1"/>
                </a:solidFill>
              </a:rPr>
              <a:t>    It says it is installing 2.53.0.0 BUT it actually installed 2.53.0.2, so you're getting the wrong version from somewhere and it re-installs GIT each time. Can you fix that?</a:t>
            </a:r>
            <a:br>
              <a:rPr lang="en-US" sz="1050" dirty="0">
                <a:solidFill>
                  <a:schemeClr val="bg1"/>
                </a:solidFill>
              </a:rPr>
            </a:br>
            <a:br>
              <a:rPr lang="en-US" sz="1050" dirty="0">
                <a:solidFill>
                  <a:schemeClr val="bg1"/>
                </a:solidFill>
              </a:rPr>
            </a:br>
            <a:br>
              <a:rPr lang="en-US" sz="1050" dirty="0">
                <a:solidFill>
                  <a:schemeClr val="bg1"/>
                </a:solidFill>
              </a:rPr>
            </a:br>
            <a:r>
              <a:rPr lang="en-US" sz="1050" dirty="0">
                <a:solidFill>
                  <a:schemeClr val="bg1"/>
                </a:solidFill>
              </a:rPr>
              <a:t>Result:</a:t>
            </a:r>
            <a:br>
              <a:rPr lang="en-US" sz="1050" dirty="0">
                <a:solidFill>
                  <a:schemeClr val="bg1"/>
                </a:solidFill>
              </a:rPr>
            </a:br>
            <a:r>
              <a:rPr lang="en-US" sz="1050" dirty="0">
                <a:hlinkClick r:id="rId3"/>
              </a:rPr>
              <a:t>MMS/2026-MOA/GitHubCopilotSetup.ps1 at main · </a:t>
            </a:r>
            <a:r>
              <a:rPr lang="en-US" sz="1050" dirty="0" err="1">
                <a:hlinkClick r:id="rId3"/>
              </a:rPr>
              <a:t>gwblok</a:t>
            </a:r>
            <a:r>
              <a:rPr lang="en-US" sz="1050" dirty="0">
                <a:hlinkClick r:id="rId3"/>
              </a:rPr>
              <a:t>/MMS</a:t>
            </a:r>
            <a:endParaRPr lang="en-US" sz="1050" dirty="0">
              <a:solidFill>
                <a:schemeClr val="bg1"/>
              </a:solidFill>
            </a:endParaRPr>
          </a:p>
          <a:p>
            <a:endParaRPr lang="en-US" sz="10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11A998-D07E-B8B5-5718-C4D6C44E8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875" y="770833"/>
            <a:ext cx="3730882" cy="46457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EA316C-0472-ABA9-57D0-4D04529385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875" y="434936"/>
            <a:ext cx="6331275" cy="20130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23A8D6-8F73-E0FE-AB70-E1EE9EE01A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8875" y="2232394"/>
            <a:ext cx="4144308" cy="516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7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B9747-7DEC-A3A5-FD65-B52A3A8D4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The price is right!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86C35-B480-C4A8-97D6-5BDE44B96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it’s free, I don’t like paying for stuff, I got 9 kids to feed. Don’t even get me started on property taxes.</a:t>
            </a:r>
          </a:p>
        </p:txBody>
      </p:sp>
    </p:spTree>
    <p:extLst>
      <p:ext uri="{BB962C8B-B14F-4D97-AF65-F5344CB8AC3E}">
        <p14:creationId xmlns:p14="http://schemas.microsoft.com/office/powerpoint/2010/main" val="849312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177B1-2D72-5584-6A31-340ACC2F3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785F8-520F-1C2A-E5EB-7171CEEF5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 anchor="ctr">
            <a:normAutofit/>
          </a:bodyPr>
          <a:lstStyle/>
          <a:p>
            <a:r>
              <a:rPr lang="en-US" dirty="0"/>
              <a:t>GitHub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EE067-6205-00D7-1DE1-E67E36E0F112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838200" y="1507787"/>
            <a:ext cx="10515600" cy="466917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119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4686-E403-224A-570D-6AD1962F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I have this setup.. Now what???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C443-A519-CA6C-F515-F098DE1D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start doing your normal tasks, but talk it through with the agent..</a:t>
            </a:r>
          </a:p>
          <a:p>
            <a:r>
              <a:rPr lang="en-US" dirty="0"/>
              <a:t>Don’t look for </a:t>
            </a:r>
            <a:r>
              <a:rPr lang="en-US"/>
              <a:t>extra projects, It </a:t>
            </a:r>
            <a:r>
              <a:rPr lang="en-US" dirty="0"/>
              <a:t>really doesn’t catch on until you use it in your daily processes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47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BIOS Settings Script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According to Brian</a:t>
            </a:r>
          </a:p>
        </p:txBody>
      </p:sp>
    </p:spTree>
    <p:extLst>
      <p:ext uri="{BB962C8B-B14F-4D97-AF65-F5344CB8AC3E}">
        <p14:creationId xmlns:p14="http://schemas.microsoft.com/office/powerpoint/2010/main" val="2998567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78B27-7608-C9E1-68AA-1E3D47419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ED59B-D9B3-21E0-F66C-6E4DA2870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70C88E-6D5C-D209-B32C-4EBB29CE2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364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120FE5-9391-403B-5EA1-3345BA0EB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903" y="3231061"/>
            <a:ext cx="9271476" cy="342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641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24E8-0E95-47B4-506E-A98C7ED5F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699" y="3372329"/>
            <a:ext cx="9832547" cy="936091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I noticed I didn’t know which values were options… so 3</a:t>
            </a:r>
            <a:r>
              <a:rPr lang="en-US" sz="4400" baseline="30000" dirty="0"/>
              <a:t>rd</a:t>
            </a:r>
            <a:r>
              <a:rPr lang="en-US" sz="4400" dirty="0"/>
              <a:t> prompt, now list: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C45E0-9E05-3256-097F-AF1D2990F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5EE96D-4F2E-33B1-DB4C-96F49C87A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63" y="261662"/>
            <a:ext cx="9341330" cy="28766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7C13E5-A052-940F-038B-8F95E6B17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1" y="4233040"/>
            <a:ext cx="12192000" cy="204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139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4621-6AB5-63E3-8859-204C246CF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D6DBF-4DE3-E68E-9D70-E039E0A80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– Testing different Agents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6166D-B64A-3C2A-0158-07D65D74A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I’ve had pretty good luck with all of them… but sometimes things are… fishy</a:t>
            </a:r>
          </a:p>
          <a:p>
            <a:pPr lvl="1"/>
            <a:r>
              <a:rPr lang="en-US" dirty="0"/>
              <a:t>Just get stuck in trying to figure things out</a:t>
            </a:r>
          </a:p>
          <a:p>
            <a:pPr lvl="1"/>
            <a:r>
              <a:rPr lang="en-US" dirty="0"/>
              <a:t>Bizzarro code (has gotten much better over the past year)</a:t>
            </a:r>
          </a:p>
          <a:p>
            <a:r>
              <a:rPr lang="en-US" dirty="0"/>
              <a:t>My Go-To: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053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6BE16-3536-EF84-9F70-ED0D713E6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CBF0-DCAD-ACCF-5BE3-15E30AAB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PowerShell to help Manage OEM Devices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D6C79-0BE6-B4D5-AD14-9ABC02C29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Lenovo: </a:t>
            </a:r>
            <a:r>
              <a:rPr lang="en-US" dirty="0" err="1">
                <a:hlinkClick r:id="rId3"/>
              </a:rPr>
              <a:t>ThinkVantage</a:t>
            </a:r>
            <a:r>
              <a:rPr lang="en-US" dirty="0">
                <a:hlinkClick r:id="rId3"/>
              </a:rPr>
              <a:t> PowerShell Library </a:t>
            </a:r>
            <a:endParaRPr lang="en-US" dirty="0"/>
          </a:p>
          <a:p>
            <a:r>
              <a:rPr lang="en-US" dirty="0"/>
              <a:t>HP: </a:t>
            </a:r>
            <a:r>
              <a:rPr lang="en-US" dirty="0">
                <a:hlinkClick r:id="rId4"/>
              </a:rPr>
              <a:t>Client Management Script Library</a:t>
            </a:r>
            <a:endParaRPr lang="en-US" dirty="0"/>
          </a:p>
          <a:p>
            <a:r>
              <a:rPr lang="en-US" dirty="0"/>
              <a:t>Dell: No module but has some stuff on GitHub </a:t>
            </a:r>
          </a:p>
          <a:p>
            <a:pPr lvl="1"/>
            <a:r>
              <a:rPr lang="en-US" dirty="0">
                <a:hlinkClick r:id="rId5"/>
              </a:rPr>
              <a:t>https://github.com/</a:t>
            </a:r>
            <a:r>
              <a:rPr lang="en-US" b="1" dirty="0">
                <a:hlinkClick r:id="rId5"/>
              </a:rPr>
              <a:t>dell</a:t>
            </a:r>
            <a:r>
              <a:rPr lang="en-US" dirty="0">
                <a:hlinkClick r:id="rId5"/>
              </a:rPr>
              <a:t>/Endpoint-Management-Script-Library</a:t>
            </a:r>
            <a:endParaRPr lang="en-US" dirty="0"/>
          </a:p>
          <a:p>
            <a:pPr lvl="1"/>
            <a:r>
              <a:rPr lang="en-US" dirty="0">
                <a:hlinkClick r:id="rId6"/>
              </a:rPr>
              <a:t>https://github.com/</a:t>
            </a:r>
            <a:r>
              <a:rPr lang="en-US" b="1" dirty="0">
                <a:hlinkClick r:id="rId6"/>
              </a:rPr>
              <a:t>svenriebedell</a:t>
            </a:r>
            <a:r>
              <a:rPr lang="en-US" dirty="0">
                <a:hlinkClick r:id="rId6"/>
              </a:rPr>
              <a:t>/Dell-Tools-Intune-Install</a:t>
            </a:r>
            <a:endParaRPr lang="en-US" dirty="0"/>
          </a:p>
          <a:p>
            <a:pPr lvl="1"/>
            <a:r>
              <a:rPr lang="en-US" dirty="0">
                <a:hlinkClick r:id="rId7"/>
              </a:rPr>
              <a:t>https://github.com/</a:t>
            </a:r>
            <a:r>
              <a:rPr lang="en-US" b="1" dirty="0">
                <a:hlinkClick r:id="rId7"/>
              </a:rPr>
              <a:t>mkaptano</a:t>
            </a:r>
            <a:r>
              <a:rPr lang="en-US" dirty="0">
                <a:hlinkClick r:id="rId7"/>
              </a:rPr>
              <a:t>/tools/</a:t>
            </a:r>
            <a:endParaRPr lang="en-US" dirty="0"/>
          </a:p>
          <a:p>
            <a:r>
              <a:rPr lang="en-US" dirty="0"/>
              <a:t>Panasonic: </a:t>
            </a:r>
            <a:r>
              <a:rPr lang="en-US" dirty="0">
                <a:hlinkClick r:id="rId8"/>
              </a:rPr>
              <a:t>Deployment Support Tools</a:t>
            </a:r>
            <a:endParaRPr lang="en-US" dirty="0"/>
          </a:p>
          <a:p>
            <a:pPr lvl="1"/>
            <a:r>
              <a:rPr lang="en-US" dirty="0"/>
              <a:t>BIOS | Updates | PC Settings</a:t>
            </a:r>
          </a:p>
        </p:txBody>
      </p:sp>
    </p:spTree>
    <p:extLst>
      <p:ext uri="{BB962C8B-B14F-4D97-AF65-F5344CB8AC3E}">
        <p14:creationId xmlns:p14="http://schemas.microsoft.com/office/powerpoint/2010/main" val="2302142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34B02-9DE9-59F0-6F3D-1C80483FD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OEM Modules – Modification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C2E09-1B7E-3D61-A748-EE530D5A9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don’t want to load an entire module to perform one or two functions?  Great, lets create a script from the module…</a:t>
            </a:r>
          </a:p>
          <a:p>
            <a:endParaRPr lang="en-US" dirty="0"/>
          </a:p>
          <a:p>
            <a:r>
              <a:rPr lang="en-US" dirty="0"/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798911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C4865-A8EA-DE9B-A9E4-A479B9FE5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02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20" ma:contentTypeDescription="Create a new document." ma:contentTypeScope="" ma:versionID="edddbbb644e7c0bd6adf7ea50799224d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49108ad5585ca2305a1dbbeb1151d3a3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Props1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549C15-4E42-4D07-A4DB-8ECA1C2B5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628621-369a-46c7-83bd-de17ca407533"/>
    <ds:schemaRef ds:uri="994c1987-0261-432a-b2ef-a9da39f1b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  at MOA</Template>
  <TotalTime>4511</TotalTime>
  <Words>654</Words>
  <Application>Microsoft Office PowerPoint</Application>
  <PresentationFormat>Widescreen</PresentationFormat>
  <Paragraphs>92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PWSH, VSCode, GitHub Copilot</vt:lpstr>
      <vt:lpstr>Attention</vt:lpstr>
      <vt:lpstr>PowerPoint Presentation</vt:lpstr>
      <vt:lpstr>Agenda</vt:lpstr>
      <vt:lpstr>Fine Print</vt:lpstr>
      <vt:lpstr>Dev Machine Setup</vt:lpstr>
      <vt:lpstr>Dev Machine Setup</vt:lpstr>
      <vt:lpstr>Dev Machine Setup DEMO</vt:lpstr>
      <vt:lpstr>PowerPoint Presentation</vt:lpstr>
      <vt:lpstr>GitHub – The price is right!</vt:lpstr>
      <vt:lpstr>GitHub Overview</vt:lpstr>
      <vt:lpstr>So I have this setup.. Now what???</vt:lpstr>
      <vt:lpstr>Creating BIOS Settings Script</vt:lpstr>
      <vt:lpstr>PowerPoint Presentation</vt:lpstr>
      <vt:lpstr>I noticed I didn’t know which values were options… so 3rd prompt, now list:</vt:lpstr>
      <vt:lpstr>Tips – Testing different Agents </vt:lpstr>
      <vt:lpstr>PowerShell to help Manage OEM Devices </vt:lpstr>
      <vt:lpstr>OEM Modules – Modification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Gary Blok</dc:creator>
  <cp:lastModifiedBy>Gary Blok</cp:lastModifiedBy>
  <cp:revision>1</cp:revision>
  <dcterms:created xsi:type="dcterms:W3CDTF">2026-03-23T02:20:32Z</dcterms:created>
  <dcterms:modified xsi:type="dcterms:W3CDTF">2026-04-10T14:56:13Z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0x010100066787FB9552CF40BFF026EAAC52FBCA</vt:lpwstr>
  </property>
  <property fmtid="{D5CDD505-2E9C-101B-9397-08002B2CF9AE}" pid="3" name="MediaServiceImageTags">
    <vt:lpwstr/>
  </property>
</Properties>
</file>